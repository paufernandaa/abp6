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  <p:sldMasterId id="2147483683" r:id="rId3"/>
  </p:sldMasterIdLst>
  <p:notesMasterIdLst>
    <p:notesMasterId r:id="rId13"/>
  </p:notesMasterIdLst>
  <p:sldIdLst>
    <p:sldId id="256" r:id="rId4"/>
    <p:sldId id="25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5143500" type="screen16x9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69"/>
    <p:restoredTop sz="94143"/>
  </p:normalViewPr>
  <p:slideViewPr>
    <p:cSldViewPr snapToGrid="0">
      <p:cViewPr varScale="1">
        <p:scale>
          <a:sx n="144" d="100"/>
          <a:sy n="144" d="100"/>
        </p:scale>
        <p:origin x="20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BC830-4092-474F-837A-93C53F28E679}" type="datetimeFigureOut">
              <a:rPr lang="es-CL" smtClean="0"/>
              <a:t>25-03-26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06D36-0654-834A-B2F4-2B69C3740B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8544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06D36-0654-834A-B2F4-2B69C3740B25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9998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B4D8F-AAB7-3653-5E9D-968E54B5B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1A1699-57BB-1EE3-155F-7D88C19A7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750E84-D73A-8B10-FD69-7EF1910CF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17AD3F-C286-8D34-F408-F84413EF8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06D36-0654-834A-B2F4-2B69C3740B25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9772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9AFC2-D260-DAB1-F9A9-B991B47AF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D16358E-788B-586D-B6DD-918742A65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22AF04-3C15-0559-78A4-E92A09EE1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8FFCD9-3587-9E8B-CCA5-6CB0090B6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06D36-0654-834A-B2F4-2B69C3740B25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231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AEAE7-3DB7-DA6F-BD89-AA5DBC98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6310AB-4B2B-4991-7F8C-6391750CB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152205-8E29-9880-713A-76B8403E5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5BAFDB-04D4-F103-ED39-7FB063C4D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06D36-0654-834A-B2F4-2B69C3740B25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2599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F6836-DDCB-67CC-28B5-3A65C1915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9DF67E-4120-90CA-9D07-A2915FD55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EC7C7AC-D965-B8FF-2AAF-6E2C94A41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AE1CCE-EC20-54D5-3D56-D3A7C6ED7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06D36-0654-834A-B2F4-2B69C3740B25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287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28419-2F0C-5C13-4973-42C2A72C8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D48EC75-D088-0C4E-8150-E1955B7E8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EF3496-4958-B571-BB5C-5A0C93DFA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38C118-1728-0D7C-795B-5559E7403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06D36-0654-834A-B2F4-2B69C3740B25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1092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79ADC-314F-5ADB-5C9B-48FE3BA1A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42A5D0-28C4-18A6-BF38-83A3D87DB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A565412-34BC-CC09-0FE7-B6BC39F9F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39C9F7-9CB3-1C47-726E-8172EA7EC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06D36-0654-834A-B2F4-2B69C3740B25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9929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B61CC-867B-06A1-AEBA-2D67EF907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8E0EC7-5FEF-E820-B090-7840C9F0B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FEC3D88-F1F6-C496-B3F3-55296FAF1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8E4D08-E001-59BC-6340-C0EB07AE1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06D36-0654-834A-B2F4-2B69C3740B25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8804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471040" y="1190880"/>
            <a:ext cx="4201560" cy="22802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" name="Google Shape;11;p2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2" name="Google Shape;12;p2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4" name="Google Shape;14;p2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939680" y="1752120"/>
            <a:ext cx="5263920" cy="1144080"/>
          </a:xfrm>
          <a:prstGeom prst="rect">
            <a:avLst/>
          </a:prstGeom>
          <a:solidFill>
            <a:schemeClr val="l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2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" name="Google Shape;116;p11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8" name="Google Shape;117;p11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18;p11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0" name="Google Shape;119;p11"/>
          <p:cNvCxnSpPr/>
          <p:nvPr/>
        </p:nvCxnSpPr>
        <p:spPr>
          <a:xfrm flipV="1">
            <a:off x="8421480" y="542160"/>
            <a:ext cx="360" cy="46947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1892160" y="1600560"/>
            <a:ext cx="529560" cy="5284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title"/>
          </p:nvPr>
        </p:nvSpPr>
        <p:spPr>
          <a:xfrm>
            <a:off x="4307040" y="1600560"/>
            <a:ext cx="529560" cy="5284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6721920" y="1600560"/>
            <a:ext cx="529560" cy="5284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title"/>
          </p:nvPr>
        </p:nvSpPr>
        <p:spPr>
          <a:xfrm>
            <a:off x="1892520" y="3291840"/>
            <a:ext cx="529560" cy="5284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title"/>
          </p:nvPr>
        </p:nvSpPr>
        <p:spPr>
          <a:xfrm>
            <a:off x="4307040" y="3291840"/>
            <a:ext cx="529560" cy="5284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7"/>
          <p:cNvSpPr>
            <a:spLocks noGrp="1"/>
          </p:cNvSpPr>
          <p:nvPr>
            <p:ph type="title"/>
          </p:nvPr>
        </p:nvSpPr>
        <p:spPr>
          <a:xfrm>
            <a:off x="6721920" y="3291840"/>
            <a:ext cx="529560" cy="5284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8" name="Google Shape;135;p13"/>
          <p:cNvGrpSpPr/>
          <p:nvPr/>
        </p:nvGrpSpPr>
        <p:grpSpPr>
          <a:xfrm>
            <a:off x="-129960" y="2970360"/>
            <a:ext cx="852120" cy="2172960"/>
            <a:chOff x="-129960" y="2970360"/>
            <a:chExt cx="852120" cy="2172960"/>
          </a:xfrm>
        </p:grpSpPr>
        <p:cxnSp>
          <p:nvCxnSpPr>
            <p:cNvPr id="19" name="Google Shape;136;p13"/>
            <p:cNvCxnSpPr/>
            <p:nvPr/>
          </p:nvCxnSpPr>
          <p:spPr>
            <a:xfrm>
              <a:off x="-129960" y="2970360"/>
              <a:ext cx="85248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" name="Google Shape;137;p13"/>
            <p:cNvCxnSpPr/>
            <p:nvPr/>
          </p:nvCxnSpPr>
          <p:spPr>
            <a:xfrm>
              <a:off x="-129960" y="3410640"/>
              <a:ext cx="85248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1" name="Google Shape;138;p13"/>
            <p:cNvCxnSpPr/>
            <p:nvPr/>
          </p:nvCxnSpPr>
          <p:spPr>
            <a:xfrm>
              <a:off x="-129960" y="3845160"/>
              <a:ext cx="85248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2" name="Google Shape;139;p13"/>
            <p:cNvCxnSpPr/>
            <p:nvPr/>
          </p:nvCxnSpPr>
          <p:spPr>
            <a:xfrm>
              <a:off x="-129960" y="4279680"/>
              <a:ext cx="85248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3" name="Google Shape;140;p13"/>
            <p:cNvCxnSpPr/>
            <p:nvPr/>
          </p:nvCxnSpPr>
          <p:spPr>
            <a:xfrm>
              <a:off x="-1299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" name="Google Shape;141;p13"/>
            <p:cNvCxnSpPr/>
            <p:nvPr/>
          </p:nvCxnSpPr>
          <p:spPr>
            <a:xfrm>
              <a:off x="29340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5" name="Google Shape;142;p13"/>
            <p:cNvCxnSpPr/>
            <p:nvPr/>
          </p:nvCxnSpPr>
          <p:spPr>
            <a:xfrm>
              <a:off x="7221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" name="Google Shape;143;p13"/>
            <p:cNvCxnSpPr/>
            <p:nvPr/>
          </p:nvCxnSpPr>
          <p:spPr>
            <a:xfrm>
              <a:off x="-129960" y="4708800"/>
              <a:ext cx="85248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cxnSp>
        <p:nvCxnSpPr>
          <p:cNvPr id="27" name="Google Shape;144;p13"/>
          <p:cNvCxnSpPr/>
          <p:nvPr/>
        </p:nvCxnSpPr>
        <p:spPr>
          <a:xfrm>
            <a:off x="-47520" y="542160"/>
            <a:ext cx="87937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8" name="Google Shape;145;p13"/>
          <p:cNvSpPr/>
          <p:nvPr/>
        </p:nvSpPr>
        <p:spPr>
          <a:xfrm>
            <a:off x="119520" y="133776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9" name="Google Shape;146;p13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30" name="Google Shape;147;p13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148;p13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6" name="Google Shape;157;p16"/>
          <p:cNvGrpSpPr/>
          <p:nvPr/>
        </p:nvGrpSpPr>
        <p:grpSpPr>
          <a:xfrm>
            <a:off x="0" y="4603680"/>
            <a:ext cx="3414960" cy="864000"/>
            <a:chOff x="0" y="4603680"/>
            <a:chExt cx="3414960" cy="864000"/>
          </a:xfrm>
        </p:grpSpPr>
        <p:cxnSp>
          <p:nvCxnSpPr>
            <p:cNvPr id="37" name="Google Shape;158;p16"/>
            <p:cNvCxnSpPr/>
            <p:nvPr/>
          </p:nvCxnSpPr>
          <p:spPr>
            <a:xfrm flipH="1">
              <a:off x="0" y="46036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8" name="Google Shape;159;p16"/>
            <p:cNvCxnSpPr/>
            <p:nvPr/>
          </p:nvCxnSpPr>
          <p:spPr>
            <a:xfrm>
              <a:off x="298620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9" name="Google Shape;160;p16"/>
            <p:cNvCxnSpPr/>
            <p:nvPr/>
          </p:nvCxnSpPr>
          <p:spPr>
            <a:xfrm>
              <a:off x="255708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0" name="Google Shape;161;p16"/>
            <p:cNvCxnSpPr/>
            <p:nvPr/>
          </p:nvCxnSpPr>
          <p:spPr>
            <a:xfrm>
              <a:off x="213372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1" name="Google Shape;162;p16"/>
            <p:cNvCxnSpPr/>
            <p:nvPr/>
          </p:nvCxnSpPr>
          <p:spPr>
            <a:xfrm>
              <a:off x="170460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2" name="Google Shape;163;p16"/>
            <p:cNvCxnSpPr/>
            <p:nvPr/>
          </p:nvCxnSpPr>
          <p:spPr>
            <a:xfrm>
              <a:off x="128124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3" name="Google Shape;164;p16"/>
            <p:cNvCxnSpPr/>
            <p:nvPr/>
          </p:nvCxnSpPr>
          <p:spPr>
            <a:xfrm>
              <a:off x="85212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4" name="Google Shape;165;p16"/>
            <p:cNvCxnSpPr/>
            <p:nvPr/>
          </p:nvCxnSpPr>
          <p:spPr>
            <a:xfrm>
              <a:off x="42876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" name="Google Shape;166;p16"/>
            <p:cNvCxnSpPr/>
            <p:nvPr/>
          </p:nvCxnSpPr>
          <p:spPr>
            <a:xfrm>
              <a:off x="341496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6" name="Google Shape;167;p16"/>
            <p:cNvCxnSpPr/>
            <p:nvPr/>
          </p:nvCxnSpPr>
          <p:spPr>
            <a:xfrm flipH="1">
              <a:off x="0" y="50331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7" name="Google Shape;168;p16"/>
            <p:cNvCxnSpPr/>
            <p:nvPr/>
          </p:nvCxnSpPr>
          <p:spPr>
            <a:xfrm flipH="1">
              <a:off x="0" y="54676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48" name="Google Shape;169;p16"/>
          <p:cNvSpPr/>
          <p:nvPr/>
        </p:nvSpPr>
        <p:spPr>
          <a:xfrm rot="10800000">
            <a:off x="5534280" y="46479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9" name="Google Shape;170;p16"/>
          <p:cNvGrpSpPr/>
          <p:nvPr/>
        </p:nvGrpSpPr>
        <p:grpSpPr>
          <a:xfrm>
            <a:off x="6142320" y="208800"/>
            <a:ext cx="2278440" cy="330120"/>
            <a:chOff x="6142320" y="208800"/>
            <a:chExt cx="2278440" cy="330120"/>
          </a:xfrm>
        </p:grpSpPr>
        <p:sp>
          <p:nvSpPr>
            <p:cNvPr id="50" name="Google Shape;171;p16"/>
            <p:cNvSpPr/>
            <p:nvPr/>
          </p:nvSpPr>
          <p:spPr>
            <a:xfrm flipH="1">
              <a:off x="6141960" y="20880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172;p16"/>
            <p:cNvSpPr/>
            <p:nvPr/>
          </p:nvSpPr>
          <p:spPr>
            <a:xfrm flipH="1">
              <a:off x="6194520" y="27036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" name="Google Shape;173;p16"/>
          <p:cNvGrpSpPr/>
          <p:nvPr/>
        </p:nvGrpSpPr>
        <p:grpSpPr>
          <a:xfrm>
            <a:off x="8515800" y="3209040"/>
            <a:ext cx="817920" cy="813600"/>
            <a:chOff x="8515800" y="3209040"/>
            <a:chExt cx="817920" cy="813600"/>
          </a:xfrm>
        </p:grpSpPr>
        <p:sp>
          <p:nvSpPr>
            <p:cNvPr id="53" name="Google Shape;174;p16"/>
            <p:cNvSpPr/>
            <p:nvPr/>
          </p:nvSpPr>
          <p:spPr>
            <a:xfrm rot="5400000" flipV="1">
              <a:off x="8572680" y="326304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175;p16"/>
            <p:cNvSpPr/>
            <p:nvPr/>
          </p:nvSpPr>
          <p:spPr>
            <a:xfrm rot="10800000" flipV="1">
              <a:off x="8515800" y="320904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55" name="Google Shape;176;p16"/>
          <p:cNvCxnSpPr/>
          <p:nvPr/>
        </p:nvCxnSpPr>
        <p:spPr>
          <a:xfrm>
            <a:off x="-40320" y="539280"/>
            <a:ext cx="84621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56" name="Google Shape;177;p16"/>
          <p:cNvSpPr/>
          <p:nvPr/>
        </p:nvSpPr>
        <p:spPr>
          <a:xfrm>
            <a:off x="66960" y="192816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8" name="Google Shape;180;p17"/>
          <p:cNvGrpSpPr/>
          <p:nvPr/>
        </p:nvGrpSpPr>
        <p:grpSpPr>
          <a:xfrm>
            <a:off x="-141120" y="0"/>
            <a:ext cx="863280" cy="3414960"/>
            <a:chOff x="-141120" y="0"/>
            <a:chExt cx="863280" cy="3414960"/>
          </a:xfrm>
        </p:grpSpPr>
        <p:cxnSp>
          <p:nvCxnSpPr>
            <p:cNvPr id="59" name="Google Shape;181;p17"/>
            <p:cNvCxnSpPr/>
            <p:nvPr/>
          </p:nvCxnSpPr>
          <p:spPr>
            <a:xfrm>
              <a:off x="-141120" y="0"/>
              <a:ext cx="360" cy="3415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0" name="Google Shape;182;p17"/>
            <p:cNvCxnSpPr/>
            <p:nvPr/>
          </p:nvCxnSpPr>
          <p:spPr>
            <a:xfrm>
              <a:off x="-141120" y="42876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1" name="Google Shape;183;p17"/>
            <p:cNvCxnSpPr/>
            <p:nvPr/>
          </p:nvCxnSpPr>
          <p:spPr>
            <a:xfrm>
              <a:off x="-141120" y="85788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2" name="Google Shape;184;p17"/>
            <p:cNvCxnSpPr/>
            <p:nvPr/>
          </p:nvCxnSpPr>
          <p:spPr>
            <a:xfrm>
              <a:off x="-141120" y="128124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3" name="Google Shape;185;p17"/>
            <p:cNvCxnSpPr/>
            <p:nvPr/>
          </p:nvCxnSpPr>
          <p:spPr>
            <a:xfrm>
              <a:off x="-141120" y="171036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4" name="Google Shape;186;p17"/>
            <p:cNvCxnSpPr/>
            <p:nvPr/>
          </p:nvCxnSpPr>
          <p:spPr>
            <a:xfrm>
              <a:off x="-141120" y="213372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5" name="Google Shape;187;p17"/>
            <p:cNvCxnSpPr/>
            <p:nvPr/>
          </p:nvCxnSpPr>
          <p:spPr>
            <a:xfrm>
              <a:off x="-141120" y="256248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6" name="Google Shape;188;p17"/>
            <p:cNvCxnSpPr/>
            <p:nvPr/>
          </p:nvCxnSpPr>
          <p:spPr>
            <a:xfrm>
              <a:off x="-141120" y="298620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7" name="Google Shape;189;p17"/>
            <p:cNvCxnSpPr/>
            <p:nvPr/>
          </p:nvCxnSpPr>
          <p:spPr>
            <a:xfrm>
              <a:off x="-141120" y="341496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8" name="Google Shape;190;p17"/>
            <p:cNvCxnSpPr/>
            <p:nvPr/>
          </p:nvCxnSpPr>
          <p:spPr>
            <a:xfrm>
              <a:off x="287640" y="0"/>
              <a:ext cx="360" cy="3415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9" name="Google Shape;191;p17"/>
            <p:cNvCxnSpPr/>
            <p:nvPr/>
          </p:nvCxnSpPr>
          <p:spPr>
            <a:xfrm>
              <a:off x="722160" y="0"/>
              <a:ext cx="360" cy="3415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70" name="Google Shape;192;p17"/>
          <p:cNvSpPr/>
          <p:nvPr/>
        </p:nvSpPr>
        <p:spPr>
          <a:xfrm>
            <a:off x="4807080" y="-63720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1" name="Google Shape;193;p17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72" name="Google Shape;194;p17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195;p17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4" name="Google Shape;196;p17"/>
          <p:cNvGrpSpPr/>
          <p:nvPr/>
        </p:nvGrpSpPr>
        <p:grpSpPr>
          <a:xfrm>
            <a:off x="1357200" y="4604040"/>
            <a:ext cx="813600" cy="817920"/>
            <a:chOff x="1357200" y="4604040"/>
            <a:chExt cx="813600" cy="817920"/>
          </a:xfrm>
        </p:grpSpPr>
        <p:sp>
          <p:nvSpPr>
            <p:cNvPr id="75" name="Google Shape;197;p17"/>
            <p:cNvSpPr/>
            <p:nvPr/>
          </p:nvSpPr>
          <p:spPr>
            <a:xfrm flipH="1">
              <a:off x="1411200" y="46609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198;p17"/>
            <p:cNvSpPr/>
            <p:nvPr/>
          </p:nvSpPr>
          <p:spPr>
            <a:xfrm rot="5400000" flipH="1">
              <a:off x="1355040" y="46062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7" name="Google Shape;199;p17"/>
          <p:cNvCxnSpPr/>
          <p:nvPr/>
        </p:nvCxnSpPr>
        <p:spPr>
          <a:xfrm flipV="1">
            <a:off x="8421480" y="539640"/>
            <a:ext cx="360" cy="462888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317600" y="1749240"/>
            <a:ext cx="6552720" cy="10152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9" name="Google Shape;203;p18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80" name="Google Shape;204;p18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205;p18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2" name="Google Shape;206;p18"/>
          <p:cNvSpPr/>
          <p:nvPr/>
        </p:nvSpPr>
        <p:spPr>
          <a:xfrm flipH="1">
            <a:off x="8421480" y="539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83" name="Google Shape;207;p18"/>
          <p:cNvCxnSpPr/>
          <p:nvPr/>
        </p:nvCxnSpPr>
        <p:spPr>
          <a:xfrm>
            <a:off x="-95040" y="4603680"/>
            <a:ext cx="309528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952920" y="2530080"/>
            <a:ext cx="7238160" cy="841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4192920" y="1771920"/>
            <a:ext cx="757800" cy="757800"/>
          </a:xfrm>
          <a:prstGeom prst="rect">
            <a:avLst/>
          </a:prstGeom>
          <a:solidFill>
            <a:schemeClr val="l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Google Shape;18;p3"/>
          <p:cNvCxnSpPr/>
          <p:nvPr/>
        </p:nvCxnSpPr>
        <p:spPr>
          <a:xfrm>
            <a:off x="-43920" y="4603680"/>
            <a:ext cx="84621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grpSp>
        <p:nvGrpSpPr>
          <p:cNvPr id="93" name="Google Shape;19;p3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94" name="Google Shape;20;p3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21;p3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8" name="Google Shape;239;p24"/>
          <p:cNvSpPr/>
          <p:nvPr/>
        </p:nvSpPr>
        <p:spPr>
          <a:xfrm rot="16200000">
            <a:off x="-613440" y="137772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09" name="Google Shape;240;p24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110" name="Google Shape;241;p24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42;p24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2" name="Google Shape;243;p24"/>
          <p:cNvSpPr/>
          <p:nvPr/>
        </p:nvSpPr>
        <p:spPr>
          <a:xfrm flipH="1">
            <a:off x="37908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13" name="Google Shape;244;p24"/>
          <p:cNvCxnSpPr/>
          <p:nvPr/>
        </p:nvCxnSpPr>
        <p:spPr>
          <a:xfrm>
            <a:off x="-30240" y="4603680"/>
            <a:ext cx="84621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grpSp>
        <p:nvGrpSpPr>
          <p:cNvPr id="114" name="Google Shape;245;p24"/>
          <p:cNvGrpSpPr/>
          <p:nvPr/>
        </p:nvGrpSpPr>
        <p:grpSpPr>
          <a:xfrm>
            <a:off x="8421480" y="0"/>
            <a:ext cx="852480" cy="2172600"/>
            <a:chOff x="8421480" y="0"/>
            <a:chExt cx="852480" cy="2172600"/>
          </a:xfrm>
        </p:grpSpPr>
        <p:cxnSp>
          <p:nvCxnSpPr>
            <p:cNvPr id="115" name="Google Shape;246;p24"/>
            <p:cNvCxnSpPr/>
            <p:nvPr/>
          </p:nvCxnSpPr>
          <p:spPr>
            <a:xfrm flipH="1">
              <a:off x="8421480" y="439920"/>
              <a:ext cx="8528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16" name="Google Shape;247;p24"/>
            <p:cNvCxnSpPr/>
            <p:nvPr/>
          </p:nvCxnSpPr>
          <p:spPr>
            <a:xfrm flipH="1">
              <a:off x="8421480" y="874440"/>
              <a:ext cx="8528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17" name="Google Shape;248;p24"/>
            <p:cNvCxnSpPr/>
            <p:nvPr/>
          </p:nvCxnSpPr>
          <p:spPr>
            <a:xfrm flipH="1">
              <a:off x="8421480" y="1308960"/>
              <a:ext cx="8528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18" name="Google Shape;249;p24"/>
            <p:cNvCxnSpPr/>
            <p:nvPr/>
          </p:nvCxnSpPr>
          <p:spPr>
            <a:xfrm>
              <a:off x="927396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19" name="Google Shape;250;p24"/>
            <p:cNvCxnSpPr/>
            <p:nvPr/>
          </p:nvCxnSpPr>
          <p:spPr>
            <a:xfrm>
              <a:off x="885024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0" name="Google Shape;251;p24"/>
            <p:cNvCxnSpPr/>
            <p:nvPr/>
          </p:nvCxnSpPr>
          <p:spPr>
            <a:xfrm>
              <a:off x="842148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1" name="Google Shape;252;p24"/>
            <p:cNvCxnSpPr/>
            <p:nvPr/>
          </p:nvCxnSpPr>
          <p:spPr>
            <a:xfrm flipH="1">
              <a:off x="8421480" y="1738080"/>
              <a:ext cx="8528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2" name="Google Shape;253;p24"/>
            <p:cNvCxnSpPr/>
            <p:nvPr/>
          </p:nvCxnSpPr>
          <p:spPr>
            <a:xfrm flipH="1">
              <a:off x="8421480" y="2172600"/>
              <a:ext cx="8528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23" name="Google Shape;254;p24"/>
          <p:cNvSpPr/>
          <p:nvPr/>
        </p:nvSpPr>
        <p:spPr>
          <a:xfrm>
            <a:off x="8317800" y="293616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5" name="Google Shape;261;p25"/>
          <p:cNvGrpSpPr/>
          <p:nvPr/>
        </p:nvGrpSpPr>
        <p:grpSpPr>
          <a:xfrm>
            <a:off x="8232480" y="1836360"/>
            <a:ext cx="813600" cy="817920"/>
            <a:chOff x="8232480" y="1836360"/>
            <a:chExt cx="813600" cy="817920"/>
          </a:xfrm>
        </p:grpSpPr>
        <p:sp>
          <p:nvSpPr>
            <p:cNvPr id="126" name="Google Shape;262;p25"/>
            <p:cNvSpPr/>
            <p:nvPr/>
          </p:nvSpPr>
          <p:spPr>
            <a:xfrm flipH="1">
              <a:off x="8286480" y="189288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263;p25"/>
            <p:cNvSpPr/>
            <p:nvPr/>
          </p:nvSpPr>
          <p:spPr>
            <a:xfrm rot="5400000" flipH="1">
              <a:off x="8230320" y="183852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8" name="Google Shape;264;p25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129" name="Google Shape;265;p25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266;p25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1" name="Google Shape;267;p25"/>
          <p:cNvSpPr/>
          <p:nvPr/>
        </p:nvSpPr>
        <p:spPr>
          <a:xfrm flipH="1">
            <a:off x="8421480" y="539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Google Shape;268;p25"/>
          <p:cNvSpPr/>
          <p:nvPr/>
        </p:nvSpPr>
        <p:spPr>
          <a:xfrm>
            <a:off x="119520" y="114660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" name="Google Shape;269;p25"/>
          <p:cNvSpPr/>
          <p:nvPr/>
        </p:nvSpPr>
        <p:spPr>
          <a:xfrm>
            <a:off x="1281960" y="-63324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34" name="Google Shape;270;p25"/>
          <p:cNvCxnSpPr/>
          <p:nvPr/>
        </p:nvCxnSpPr>
        <p:spPr>
          <a:xfrm>
            <a:off x="6142680" y="4603680"/>
            <a:ext cx="309564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6" name="Google Shape;279;p26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137" name="Google Shape;280;p26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281;p26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39" name="Google Shape;282;p26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40" name="Google Shape;283;p26"/>
          <p:cNvSpPr/>
          <p:nvPr/>
        </p:nvSpPr>
        <p:spPr>
          <a:xfrm flipH="1">
            <a:off x="842148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" name="Google Shape;284;p26"/>
          <p:cNvSpPr/>
          <p:nvPr/>
        </p:nvSpPr>
        <p:spPr>
          <a:xfrm>
            <a:off x="7076880" y="-6033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2" name="Google Shape;285;p26"/>
          <p:cNvGrpSpPr/>
          <p:nvPr/>
        </p:nvGrpSpPr>
        <p:grpSpPr>
          <a:xfrm>
            <a:off x="-129960" y="0"/>
            <a:ext cx="852120" cy="2172600"/>
            <a:chOff x="-129960" y="0"/>
            <a:chExt cx="852120" cy="2172600"/>
          </a:xfrm>
        </p:grpSpPr>
        <p:cxnSp>
          <p:nvCxnSpPr>
            <p:cNvPr id="143" name="Google Shape;286;p26"/>
            <p:cNvCxnSpPr/>
            <p:nvPr/>
          </p:nvCxnSpPr>
          <p:spPr>
            <a:xfrm flipH="1">
              <a:off x="-129600" y="439920"/>
              <a:ext cx="8521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4" name="Google Shape;287;p26"/>
            <p:cNvCxnSpPr/>
            <p:nvPr/>
          </p:nvCxnSpPr>
          <p:spPr>
            <a:xfrm flipH="1">
              <a:off x="-129600" y="874440"/>
              <a:ext cx="8521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5" name="Google Shape;288;p26"/>
            <p:cNvCxnSpPr/>
            <p:nvPr/>
          </p:nvCxnSpPr>
          <p:spPr>
            <a:xfrm flipH="1">
              <a:off x="-129600" y="1308960"/>
              <a:ext cx="8521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6" name="Google Shape;289;p26"/>
            <p:cNvCxnSpPr/>
            <p:nvPr/>
          </p:nvCxnSpPr>
          <p:spPr>
            <a:xfrm>
              <a:off x="72216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7" name="Google Shape;290;p26"/>
            <p:cNvCxnSpPr/>
            <p:nvPr/>
          </p:nvCxnSpPr>
          <p:spPr>
            <a:xfrm>
              <a:off x="29880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8" name="Google Shape;291;p26"/>
            <p:cNvCxnSpPr/>
            <p:nvPr/>
          </p:nvCxnSpPr>
          <p:spPr>
            <a:xfrm>
              <a:off x="-12996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9" name="Google Shape;292;p26"/>
            <p:cNvCxnSpPr/>
            <p:nvPr/>
          </p:nvCxnSpPr>
          <p:spPr>
            <a:xfrm flipH="1">
              <a:off x="-129600" y="1738080"/>
              <a:ext cx="8521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50" name="Google Shape;293;p26"/>
            <p:cNvCxnSpPr/>
            <p:nvPr/>
          </p:nvCxnSpPr>
          <p:spPr>
            <a:xfrm flipH="1">
              <a:off x="-129600" y="2172600"/>
              <a:ext cx="8521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51" name="Google Shape;294;p26"/>
          <p:cNvSpPr/>
          <p:nvPr/>
        </p:nvSpPr>
        <p:spPr>
          <a:xfrm>
            <a:off x="8343000" y="134568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3" name="Google Shape;303;p27"/>
          <p:cNvSpPr/>
          <p:nvPr/>
        </p:nvSpPr>
        <p:spPr>
          <a:xfrm rot="16200000">
            <a:off x="-613440" y="16293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" name="Google Shape;304;p27"/>
          <p:cNvSpPr/>
          <p:nvPr/>
        </p:nvSpPr>
        <p:spPr>
          <a:xfrm>
            <a:off x="119520" y="15984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5" name="Google Shape;305;p27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156" name="Google Shape;306;p27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307;p27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8" name="Google Shape;308;p27"/>
          <p:cNvSpPr/>
          <p:nvPr/>
        </p:nvSpPr>
        <p:spPr>
          <a:xfrm flipH="1">
            <a:off x="37908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59" name="Google Shape;309;p27"/>
          <p:cNvCxnSpPr/>
          <p:nvPr/>
        </p:nvCxnSpPr>
        <p:spPr>
          <a:xfrm>
            <a:off x="-30240" y="4603680"/>
            <a:ext cx="84621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grpSp>
        <p:nvGrpSpPr>
          <p:cNvPr id="160" name="Google Shape;310;p27"/>
          <p:cNvGrpSpPr/>
          <p:nvPr/>
        </p:nvGrpSpPr>
        <p:grpSpPr>
          <a:xfrm>
            <a:off x="5728680" y="-329400"/>
            <a:ext cx="3414960" cy="868680"/>
            <a:chOff x="5728680" y="-329400"/>
            <a:chExt cx="3414960" cy="868680"/>
          </a:xfrm>
        </p:grpSpPr>
        <p:cxnSp>
          <p:nvCxnSpPr>
            <p:cNvPr id="161" name="Google Shape;311;p27"/>
            <p:cNvCxnSpPr/>
            <p:nvPr/>
          </p:nvCxnSpPr>
          <p:spPr>
            <a:xfrm flipH="1">
              <a:off x="5728680" y="-3294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2" name="Google Shape;312;p27"/>
            <p:cNvCxnSpPr/>
            <p:nvPr/>
          </p:nvCxnSpPr>
          <p:spPr>
            <a:xfrm flipH="1">
              <a:off x="5728680" y="1047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3" name="Google Shape;313;p27"/>
            <p:cNvCxnSpPr/>
            <p:nvPr/>
          </p:nvCxnSpPr>
          <p:spPr>
            <a:xfrm flipH="1">
              <a:off x="572868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4" name="Google Shape;314;p27"/>
            <p:cNvCxnSpPr/>
            <p:nvPr/>
          </p:nvCxnSpPr>
          <p:spPr>
            <a:xfrm>
              <a:off x="87148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5" name="Google Shape;315;p27"/>
            <p:cNvCxnSpPr/>
            <p:nvPr/>
          </p:nvCxnSpPr>
          <p:spPr>
            <a:xfrm>
              <a:off x="828576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6" name="Google Shape;316;p27"/>
            <p:cNvCxnSpPr/>
            <p:nvPr/>
          </p:nvCxnSpPr>
          <p:spPr>
            <a:xfrm>
              <a:off x="786240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7" name="Google Shape;317;p27"/>
            <p:cNvCxnSpPr/>
            <p:nvPr/>
          </p:nvCxnSpPr>
          <p:spPr>
            <a:xfrm>
              <a:off x="74332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8" name="Google Shape;318;p27"/>
            <p:cNvCxnSpPr/>
            <p:nvPr/>
          </p:nvCxnSpPr>
          <p:spPr>
            <a:xfrm>
              <a:off x="700992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9" name="Google Shape;319;p27"/>
            <p:cNvCxnSpPr/>
            <p:nvPr/>
          </p:nvCxnSpPr>
          <p:spPr>
            <a:xfrm>
              <a:off x="658080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70" name="Google Shape;320;p27"/>
            <p:cNvCxnSpPr/>
            <p:nvPr/>
          </p:nvCxnSpPr>
          <p:spPr>
            <a:xfrm>
              <a:off x="615744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71" name="Google Shape;321;p27"/>
            <p:cNvCxnSpPr/>
            <p:nvPr/>
          </p:nvCxnSpPr>
          <p:spPr>
            <a:xfrm>
              <a:off x="57286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73" name="Google Shape;332;p28"/>
          <p:cNvGrpSpPr/>
          <p:nvPr/>
        </p:nvGrpSpPr>
        <p:grpSpPr>
          <a:xfrm>
            <a:off x="391320" y="540000"/>
            <a:ext cx="330120" cy="2278440"/>
            <a:chOff x="391320" y="540000"/>
            <a:chExt cx="330120" cy="2278440"/>
          </a:xfrm>
        </p:grpSpPr>
        <p:sp>
          <p:nvSpPr>
            <p:cNvPr id="174" name="Google Shape;333;p28"/>
            <p:cNvSpPr/>
            <p:nvPr/>
          </p:nvSpPr>
          <p:spPr>
            <a:xfrm rot="5400000" flipH="1">
              <a:off x="-5832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334;p28"/>
            <p:cNvSpPr/>
            <p:nvPr/>
          </p:nvSpPr>
          <p:spPr>
            <a:xfrm rot="5400000" flipH="1">
              <a:off x="3218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76" name="Google Shape;335;p28"/>
          <p:cNvCxnSpPr/>
          <p:nvPr/>
        </p:nvCxnSpPr>
        <p:spPr>
          <a:xfrm flipV="1">
            <a:off x="723600" y="542160"/>
            <a:ext cx="360" cy="46947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77" name="Google Shape;336;p28"/>
          <p:cNvSpPr/>
          <p:nvPr/>
        </p:nvSpPr>
        <p:spPr>
          <a:xfrm rot="16200000" flipH="1">
            <a:off x="982440" y="434448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78" name="Google Shape;337;p28"/>
          <p:cNvGrpSpPr/>
          <p:nvPr/>
        </p:nvGrpSpPr>
        <p:grpSpPr>
          <a:xfrm>
            <a:off x="5728680" y="4603680"/>
            <a:ext cx="3414960" cy="1309320"/>
            <a:chOff x="5728680" y="4603680"/>
            <a:chExt cx="3414960" cy="1309320"/>
          </a:xfrm>
        </p:grpSpPr>
        <p:cxnSp>
          <p:nvCxnSpPr>
            <p:cNvPr id="179" name="Google Shape;338;p28"/>
            <p:cNvCxnSpPr/>
            <p:nvPr/>
          </p:nvCxnSpPr>
          <p:spPr>
            <a:xfrm flipH="1">
              <a:off x="5728680" y="54730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0" name="Google Shape;339;p28"/>
            <p:cNvCxnSpPr/>
            <p:nvPr/>
          </p:nvCxnSpPr>
          <p:spPr>
            <a:xfrm flipH="1">
              <a:off x="5728680" y="50385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1" name="Google Shape;340;p28"/>
            <p:cNvCxnSpPr/>
            <p:nvPr/>
          </p:nvCxnSpPr>
          <p:spPr>
            <a:xfrm flipH="1">
              <a:off x="5728680" y="460404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2" name="Google Shape;341;p28"/>
            <p:cNvCxnSpPr/>
            <p:nvPr/>
          </p:nvCxnSpPr>
          <p:spPr>
            <a:xfrm flipV="1">
              <a:off x="871488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3" name="Google Shape;342;p28"/>
            <p:cNvCxnSpPr/>
            <p:nvPr/>
          </p:nvCxnSpPr>
          <p:spPr>
            <a:xfrm flipV="1">
              <a:off x="828576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4" name="Google Shape;343;p28"/>
            <p:cNvCxnSpPr/>
            <p:nvPr/>
          </p:nvCxnSpPr>
          <p:spPr>
            <a:xfrm flipV="1">
              <a:off x="786240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5" name="Google Shape;344;p28"/>
            <p:cNvCxnSpPr/>
            <p:nvPr/>
          </p:nvCxnSpPr>
          <p:spPr>
            <a:xfrm flipV="1">
              <a:off x="743328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6" name="Google Shape;345;p28"/>
            <p:cNvCxnSpPr/>
            <p:nvPr/>
          </p:nvCxnSpPr>
          <p:spPr>
            <a:xfrm flipV="1">
              <a:off x="700992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7" name="Google Shape;346;p28"/>
            <p:cNvCxnSpPr/>
            <p:nvPr/>
          </p:nvCxnSpPr>
          <p:spPr>
            <a:xfrm flipV="1">
              <a:off x="658080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8" name="Google Shape;347;p28"/>
            <p:cNvCxnSpPr/>
            <p:nvPr/>
          </p:nvCxnSpPr>
          <p:spPr>
            <a:xfrm flipV="1">
              <a:off x="615744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9" name="Google Shape;348;p28"/>
            <p:cNvCxnSpPr/>
            <p:nvPr/>
          </p:nvCxnSpPr>
          <p:spPr>
            <a:xfrm flipV="1">
              <a:off x="572868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90" name="Google Shape;349;p28"/>
          <p:cNvSpPr/>
          <p:nvPr/>
        </p:nvSpPr>
        <p:spPr>
          <a:xfrm>
            <a:off x="8462880" y="12924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" name="Google Shape;350;p28"/>
          <p:cNvSpPr/>
          <p:nvPr/>
        </p:nvSpPr>
        <p:spPr>
          <a:xfrm rot="5400000">
            <a:off x="8426160" y="235044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93" name="Google Shape;365;p29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194" name="Google Shape;366;p29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367;p29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96" name="Google Shape;368;p29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97" name="Google Shape;369;p29"/>
          <p:cNvSpPr/>
          <p:nvPr/>
        </p:nvSpPr>
        <p:spPr>
          <a:xfrm flipH="1">
            <a:off x="842148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98" name="Google Shape;370;p29"/>
          <p:cNvGrpSpPr/>
          <p:nvPr/>
        </p:nvGrpSpPr>
        <p:grpSpPr>
          <a:xfrm>
            <a:off x="0" y="-769680"/>
            <a:ext cx="3414960" cy="1308960"/>
            <a:chOff x="0" y="-769680"/>
            <a:chExt cx="3414960" cy="1308960"/>
          </a:xfrm>
        </p:grpSpPr>
        <p:cxnSp>
          <p:nvCxnSpPr>
            <p:cNvPr id="199" name="Google Shape;371;p29"/>
            <p:cNvCxnSpPr/>
            <p:nvPr/>
          </p:nvCxnSpPr>
          <p:spPr>
            <a:xfrm>
              <a:off x="0" y="993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0" name="Google Shape;372;p29"/>
            <p:cNvCxnSpPr/>
            <p:nvPr/>
          </p:nvCxnSpPr>
          <p:spPr>
            <a:xfrm>
              <a:off x="0" y="-3348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1" name="Google Shape;373;p29"/>
            <p:cNvCxnSpPr/>
            <p:nvPr/>
          </p:nvCxnSpPr>
          <p:spPr>
            <a:xfrm>
              <a:off x="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2" name="Google Shape;374;p29"/>
            <p:cNvCxnSpPr/>
            <p:nvPr/>
          </p:nvCxnSpPr>
          <p:spPr>
            <a:xfrm flipV="1">
              <a:off x="42876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3" name="Google Shape;375;p29"/>
            <p:cNvCxnSpPr/>
            <p:nvPr/>
          </p:nvCxnSpPr>
          <p:spPr>
            <a:xfrm flipV="1">
              <a:off x="85788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4" name="Google Shape;376;p29"/>
            <p:cNvCxnSpPr/>
            <p:nvPr/>
          </p:nvCxnSpPr>
          <p:spPr>
            <a:xfrm flipV="1">
              <a:off x="128124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5" name="Google Shape;377;p29"/>
            <p:cNvCxnSpPr/>
            <p:nvPr/>
          </p:nvCxnSpPr>
          <p:spPr>
            <a:xfrm flipV="1">
              <a:off x="171036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6" name="Google Shape;378;p29"/>
            <p:cNvCxnSpPr/>
            <p:nvPr/>
          </p:nvCxnSpPr>
          <p:spPr>
            <a:xfrm flipV="1">
              <a:off x="213372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7" name="Google Shape;379;p29"/>
            <p:cNvCxnSpPr/>
            <p:nvPr/>
          </p:nvCxnSpPr>
          <p:spPr>
            <a:xfrm flipV="1">
              <a:off x="256248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8" name="Google Shape;380;p29"/>
            <p:cNvCxnSpPr/>
            <p:nvPr/>
          </p:nvCxnSpPr>
          <p:spPr>
            <a:xfrm flipV="1">
              <a:off x="298620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9" name="Google Shape;381;p29"/>
            <p:cNvCxnSpPr/>
            <p:nvPr/>
          </p:nvCxnSpPr>
          <p:spPr>
            <a:xfrm flipV="1">
              <a:off x="341496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grpSp>
        <p:nvGrpSpPr>
          <p:cNvPr id="210" name="Google Shape;382;p29"/>
          <p:cNvGrpSpPr/>
          <p:nvPr/>
        </p:nvGrpSpPr>
        <p:grpSpPr>
          <a:xfrm>
            <a:off x="8460000" y="1321200"/>
            <a:ext cx="817920" cy="813600"/>
            <a:chOff x="8460000" y="1321200"/>
            <a:chExt cx="817920" cy="813600"/>
          </a:xfrm>
        </p:grpSpPr>
        <p:sp>
          <p:nvSpPr>
            <p:cNvPr id="211" name="Google Shape;383;p29"/>
            <p:cNvSpPr/>
            <p:nvPr/>
          </p:nvSpPr>
          <p:spPr>
            <a:xfrm rot="5400000" flipV="1">
              <a:off x="8516880" y="137520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384;p29"/>
            <p:cNvSpPr/>
            <p:nvPr/>
          </p:nvSpPr>
          <p:spPr>
            <a:xfrm rot="10800000" flipV="1">
              <a:off x="8460000" y="13212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3" name="Google Shape;385;p29"/>
          <p:cNvSpPr/>
          <p:nvPr/>
        </p:nvSpPr>
        <p:spPr>
          <a:xfrm>
            <a:off x="6064560" y="-6537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4" name="Google Shape;386;p29"/>
          <p:cNvSpPr/>
          <p:nvPr/>
        </p:nvSpPr>
        <p:spPr>
          <a:xfrm>
            <a:off x="59400" y="278028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22520" y="685800"/>
            <a:ext cx="3372120" cy="6120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title"/>
          </p:nvPr>
        </p:nvSpPr>
        <p:spPr>
          <a:xfrm>
            <a:off x="2886120" y="2085840"/>
            <a:ext cx="3372120" cy="6120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title"/>
          </p:nvPr>
        </p:nvSpPr>
        <p:spPr>
          <a:xfrm>
            <a:off x="5049360" y="3485880"/>
            <a:ext cx="3372120" cy="6120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8" name="Google Shape;394;p30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219" name="Google Shape;395;p30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396;p30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221" name="Google Shape;397;p30"/>
          <p:cNvCxnSpPr/>
          <p:nvPr/>
        </p:nvCxnSpPr>
        <p:spPr>
          <a:xfrm>
            <a:off x="6142680" y="4603680"/>
            <a:ext cx="309564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22" name="Google Shape;398;p30"/>
          <p:cNvSpPr/>
          <p:nvPr/>
        </p:nvSpPr>
        <p:spPr>
          <a:xfrm flipH="1">
            <a:off x="8421480" y="539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722520" y="1187640"/>
            <a:ext cx="7698960" cy="118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25" name="Google Shape;25;p4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226" name="Google Shape;26;p4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27;p4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8" name="Google Shape;28;p4"/>
          <p:cNvSpPr/>
          <p:nvPr/>
        </p:nvSpPr>
        <p:spPr>
          <a:xfrm flipH="1">
            <a:off x="37908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229" name="Google Shape;29;p4"/>
          <p:cNvCxnSpPr/>
          <p:nvPr/>
        </p:nvCxnSpPr>
        <p:spPr>
          <a:xfrm>
            <a:off x="-43920" y="4603680"/>
            <a:ext cx="84621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grpSp>
        <p:nvGrpSpPr>
          <p:cNvPr id="230" name="Google Shape;30;p4"/>
          <p:cNvGrpSpPr/>
          <p:nvPr/>
        </p:nvGrpSpPr>
        <p:grpSpPr>
          <a:xfrm>
            <a:off x="-239760" y="539640"/>
            <a:ext cx="813600" cy="817920"/>
            <a:chOff x="-239760" y="539640"/>
            <a:chExt cx="813600" cy="817920"/>
          </a:xfrm>
        </p:grpSpPr>
        <p:sp>
          <p:nvSpPr>
            <p:cNvPr id="231" name="Google Shape;31;p4"/>
            <p:cNvSpPr/>
            <p:nvPr/>
          </p:nvSpPr>
          <p:spPr>
            <a:xfrm flipH="1">
              <a:off x="-185400" y="5965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32;p4"/>
            <p:cNvSpPr/>
            <p:nvPr/>
          </p:nvSpPr>
          <p:spPr>
            <a:xfrm rot="5400000" flipH="1">
              <a:off x="-241920" y="5418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3" name="Google Shape;33;p4"/>
          <p:cNvSpPr/>
          <p:nvPr/>
        </p:nvSpPr>
        <p:spPr>
          <a:xfrm>
            <a:off x="8474760" y="203760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34" name="Google Shape;34;p4"/>
          <p:cNvGrpSpPr/>
          <p:nvPr/>
        </p:nvGrpSpPr>
        <p:grpSpPr>
          <a:xfrm>
            <a:off x="5728680" y="-329400"/>
            <a:ext cx="3414960" cy="868680"/>
            <a:chOff x="5728680" y="-329400"/>
            <a:chExt cx="3414960" cy="868680"/>
          </a:xfrm>
        </p:grpSpPr>
        <p:cxnSp>
          <p:nvCxnSpPr>
            <p:cNvPr id="235" name="Google Shape;35;p4"/>
            <p:cNvCxnSpPr/>
            <p:nvPr/>
          </p:nvCxnSpPr>
          <p:spPr>
            <a:xfrm flipH="1">
              <a:off x="5728680" y="-3294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36" name="Google Shape;36;p4"/>
            <p:cNvCxnSpPr/>
            <p:nvPr/>
          </p:nvCxnSpPr>
          <p:spPr>
            <a:xfrm flipH="1">
              <a:off x="5728680" y="1047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37" name="Google Shape;37;p4"/>
            <p:cNvCxnSpPr/>
            <p:nvPr/>
          </p:nvCxnSpPr>
          <p:spPr>
            <a:xfrm flipH="1">
              <a:off x="572868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38" name="Google Shape;38;p4"/>
            <p:cNvCxnSpPr/>
            <p:nvPr/>
          </p:nvCxnSpPr>
          <p:spPr>
            <a:xfrm>
              <a:off x="87148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39" name="Google Shape;39;p4"/>
            <p:cNvCxnSpPr/>
            <p:nvPr/>
          </p:nvCxnSpPr>
          <p:spPr>
            <a:xfrm>
              <a:off x="828576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0" name="Google Shape;40;p4"/>
            <p:cNvCxnSpPr/>
            <p:nvPr/>
          </p:nvCxnSpPr>
          <p:spPr>
            <a:xfrm>
              <a:off x="786240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1" name="Google Shape;41;p4"/>
            <p:cNvCxnSpPr/>
            <p:nvPr/>
          </p:nvCxnSpPr>
          <p:spPr>
            <a:xfrm>
              <a:off x="74332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2" name="Google Shape;42;p4"/>
            <p:cNvCxnSpPr/>
            <p:nvPr/>
          </p:nvCxnSpPr>
          <p:spPr>
            <a:xfrm>
              <a:off x="700992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3" name="Google Shape;43;p4"/>
            <p:cNvCxnSpPr/>
            <p:nvPr/>
          </p:nvCxnSpPr>
          <p:spPr>
            <a:xfrm>
              <a:off x="658080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4" name="Google Shape;44;p4"/>
            <p:cNvCxnSpPr/>
            <p:nvPr/>
          </p:nvCxnSpPr>
          <p:spPr>
            <a:xfrm>
              <a:off x="615744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5" name="Google Shape;45;p4"/>
            <p:cNvCxnSpPr/>
            <p:nvPr/>
          </p:nvCxnSpPr>
          <p:spPr>
            <a:xfrm>
              <a:off x="57286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2179080" y="815760"/>
            <a:ext cx="4785120" cy="8496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7" name="Google Shape;402;p31"/>
          <p:cNvSpPr/>
          <p:nvPr/>
        </p:nvSpPr>
        <p:spPr>
          <a:xfrm>
            <a:off x="3057480" y="3409200"/>
            <a:ext cx="3029040" cy="6152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"/>
              </a:rPr>
              <a:t>Flaticon</a:t>
            </a: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48" name="Google Shape;403;p31"/>
          <p:cNvCxnSpPr/>
          <p:nvPr/>
        </p:nvCxnSpPr>
        <p:spPr>
          <a:xfrm>
            <a:off x="-47520" y="542160"/>
            <a:ext cx="87937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grpSp>
        <p:nvGrpSpPr>
          <p:cNvPr id="249" name="Google Shape;404;p31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250" name="Google Shape;405;p31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406;p31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409;p33"/>
          <p:cNvGrpSpPr/>
          <p:nvPr/>
        </p:nvGrpSpPr>
        <p:grpSpPr>
          <a:xfrm>
            <a:off x="8014680" y="343440"/>
            <a:ext cx="813600" cy="817920"/>
            <a:chOff x="8014680" y="343440"/>
            <a:chExt cx="813600" cy="817920"/>
          </a:xfrm>
        </p:grpSpPr>
        <p:sp>
          <p:nvSpPr>
            <p:cNvPr id="253" name="Google Shape;410;p33"/>
            <p:cNvSpPr/>
            <p:nvPr/>
          </p:nvSpPr>
          <p:spPr>
            <a:xfrm flipH="1">
              <a:off x="806868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411;p33"/>
            <p:cNvSpPr/>
            <p:nvPr/>
          </p:nvSpPr>
          <p:spPr>
            <a:xfrm rot="5400000" flipH="1">
              <a:off x="801252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5" name="Google Shape;412;p33"/>
          <p:cNvGrpSpPr/>
          <p:nvPr/>
        </p:nvGrpSpPr>
        <p:grpSpPr>
          <a:xfrm>
            <a:off x="0" y="-324000"/>
            <a:ext cx="3414960" cy="863280"/>
            <a:chOff x="0" y="-324000"/>
            <a:chExt cx="3414960" cy="863280"/>
          </a:xfrm>
        </p:grpSpPr>
        <p:cxnSp>
          <p:nvCxnSpPr>
            <p:cNvPr id="256" name="Google Shape;413;p33"/>
            <p:cNvCxnSpPr/>
            <p:nvPr/>
          </p:nvCxnSpPr>
          <p:spPr>
            <a:xfrm>
              <a:off x="0" y="-3240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57" name="Google Shape;414;p33"/>
            <p:cNvCxnSpPr/>
            <p:nvPr/>
          </p:nvCxnSpPr>
          <p:spPr>
            <a:xfrm>
              <a:off x="42876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58" name="Google Shape;415;p33"/>
            <p:cNvCxnSpPr/>
            <p:nvPr/>
          </p:nvCxnSpPr>
          <p:spPr>
            <a:xfrm>
              <a:off x="8578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59" name="Google Shape;416;p33"/>
            <p:cNvCxnSpPr/>
            <p:nvPr/>
          </p:nvCxnSpPr>
          <p:spPr>
            <a:xfrm>
              <a:off x="128124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0" name="Google Shape;417;p33"/>
            <p:cNvCxnSpPr/>
            <p:nvPr/>
          </p:nvCxnSpPr>
          <p:spPr>
            <a:xfrm>
              <a:off x="171036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1" name="Google Shape;418;p33"/>
            <p:cNvCxnSpPr/>
            <p:nvPr/>
          </p:nvCxnSpPr>
          <p:spPr>
            <a:xfrm>
              <a:off x="213372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2" name="Google Shape;419;p33"/>
            <p:cNvCxnSpPr/>
            <p:nvPr/>
          </p:nvCxnSpPr>
          <p:spPr>
            <a:xfrm>
              <a:off x="256284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3" name="Google Shape;420;p33"/>
            <p:cNvCxnSpPr/>
            <p:nvPr/>
          </p:nvCxnSpPr>
          <p:spPr>
            <a:xfrm>
              <a:off x="298620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4" name="Google Shape;421;p33"/>
            <p:cNvCxnSpPr/>
            <p:nvPr/>
          </p:nvCxnSpPr>
          <p:spPr>
            <a:xfrm>
              <a:off x="341496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5" name="Google Shape;422;p33"/>
            <p:cNvCxnSpPr/>
            <p:nvPr/>
          </p:nvCxnSpPr>
          <p:spPr>
            <a:xfrm>
              <a:off x="0" y="1047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6" name="Google Shape;423;p33"/>
            <p:cNvCxnSpPr/>
            <p:nvPr/>
          </p:nvCxnSpPr>
          <p:spPr>
            <a:xfrm>
              <a:off x="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grpSp>
        <p:nvGrpSpPr>
          <p:cNvPr id="267" name="Google Shape;424;p33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268" name="Google Shape;425;p33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426;p33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0" name="Google Shape;427;p33"/>
          <p:cNvSpPr/>
          <p:nvPr/>
        </p:nvSpPr>
        <p:spPr>
          <a:xfrm flipH="1">
            <a:off x="72252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271" name="Google Shape;428;p33"/>
          <p:cNvCxnSpPr/>
          <p:nvPr/>
        </p:nvCxnSpPr>
        <p:spPr>
          <a:xfrm>
            <a:off x="-30240" y="4603680"/>
            <a:ext cx="84621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72" name="Google Shape;429;p33"/>
          <p:cNvSpPr/>
          <p:nvPr/>
        </p:nvSpPr>
        <p:spPr>
          <a:xfrm>
            <a:off x="420840" y="265680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3" name="Google Shape;430;p33"/>
          <p:cNvSpPr/>
          <p:nvPr/>
        </p:nvSpPr>
        <p:spPr>
          <a:xfrm>
            <a:off x="5493960" y="-4197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432;p34"/>
          <p:cNvGrpSpPr/>
          <p:nvPr/>
        </p:nvGrpSpPr>
        <p:grpSpPr>
          <a:xfrm>
            <a:off x="153720" y="1320840"/>
            <a:ext cx="813600" cy="817920"/>
            <a:chOff x="153720" y="1320840"/>
            <a:chExt cx="813600" cy="817920"/>
          </a:xfrm>
        </p:grpSpPr>
        <p:sp>
          <p:nvSpPr>
            <p:cNvPr id="275" name="Google Shape;433;p34"/>
            <p:cNvSpPr/>
            <p:nvPr/>
          </p:nvSpPr>
          <p:spPr>
            <a:xfrm flipH="1">
              <a:off x="207720" y="13777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434;p34"/>
            <p:cNvSpPr/>
            <p:nvPr/>
          </p:nvSpPr>
          <p:spPr>
            <a:xfrm rot="5400000" flipH="1">
              <a:off x="151200" y="13230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7" name="Google Shape;435;p34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278" name="Google Shape;436;p34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437;p34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0" name="Google Shape;438;p34"/>
          <p:cNvSpPr/>
          <p:nvPr/>
        </p:nvSpPr>
        <p:spPr>
          <a:xfrm>
            <a:off x="6055560" y="28872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81" name="Google Shape;439;p34"/>
          <p:cNvGrpSpPr/>
          <p:nvPr/>
        </p:nvGrpSpPr>
        <p:grpSpPr>
          <a:xfrm>
            <a:off x="0" y="2970360"/>
            <a:ext cx="1710360" cy="2172960"/>
            <a:chOff x="0" y="2970360"/>
            <a:chExt cx="1710360" cy="2172960"/>
          </a:xfrm>
        </p:grpSpPr>
        <p:cxnSp>
          <p:nvCxnSpPr>
            <p:cNvPr id="282" name="Google Shape;440;p34"/>
            <p:cNvCxnSpPr/>
            <p:nvPr/>
          </p:nvCxnSpPr>
          <p:spPr>
            <a:xfrm>
              <a:off x="0" y="3410640"/>
              <a:ext cx="17103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3" name="Google Shape;441;p34"/>
            <p:cNvCxnSpPr/>
            <p:nvPr/>
          </p:nvCxnSpPr>
          <p:spPr>
            <a:xfrm>
              <a:off x="0" y="3845160"/>
              <a:ext cx="17103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4" name="Google Shape;442;p34"/>
            <p:cNvCxnSpPr/>
            <p:nvPr/>
          </p:nvCxnSpPr>
          <p:spPr>
            <a:xfrm>
              <a:off x="0" y="4279680"/>
              <a:ext cx="17103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5" name="Google Shape;443;p34"/>
            <p:cNvCxnSpPr/>
            <p:nvPr/>
          </p:nvCxnSpPr>
          <p:spPr>
            <a:xfrm>
              <a:off x="4287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6" name="Google Shape;444;p34"/>
            <p:cNvCxnSpPr/>
            <p:nvPr/>
          </p:nvCxnSpPr>
          <p:spPr>
            <a:xfrm>
              <a:off x="85788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7" name="Google Shape;445;p34"/>
            <p:cNvCxnSpPr/>
            <p:nvPr/>
          </p:nvCxnSpPr>
          <p:spPr>
            <a:xfrm>
              <a:off x="12812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8" name="Google Shape;446;p34"/>
            <p:cNvCxnSpPr/>
            <p:nvPr/>
          </p:nvCxnSpPr>
          <p:spPr>
            <a:xfrm>
              <a:off x="17103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9" name="Google Shape;447;p34"/>
            <p:cNvCxnSpPr/>
            <p:nvPr/>
          </p:nvCxnSpPr>
          <p:spPr>
            <a:xfrm>
              <a:off x="0" y="4708800"/>
              <a:ext cx="17103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90" name="Google Shape;448;p34"/>
            <p:cNvCxnSpPr/>
            <p:nvPr/>
          </p:nvCxnSpPr>
          <p:spPr>
            <a:xfrm>
              <a:off x="0" y="2976120"/>
              <a:ext cx="17103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cxnSp>
        <p:nvCxnSpPr>
          <p:cNvPr id="291" name="Google Shape;449;p34"/>
          <p:cNvCxnSpPr/>
          <p:nvPr/>
        </p:nvCxnSpPr>
        <p:spPr>
          <a:xfrm flipV="1">
            <a:off x="8421480" y="542160"/>
            <a:ext cx="360" cy="46947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92" name="Google Shape;450;p34"/>
          <p:cNvSpPr/>
          <p:nvPr/>
        </p:nvSpPr>
        <p:spPr>
          <a:xfrm rot="16200000" flipH="1">
            <a:off x="7819200" y="400140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3" name="Google Shape;451;p34"/>
          <p:cNvSpPr/>
          <p:nvPr/>
        </p:nvSpPr>
        <p:spPr>
          <a:xfrm>
            <a:off x="2230920" y="-53820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95" name="Google Shape;50;p5"/>
          <p:cNvGrpSpPr/>
          <p:nvPr/>
        </p:nvGrpSpPr>
        <p:grpSpPr>
          <a:xfrm>
            <a:off x="5728680" y="-769680"/>
            <a:ext cx="3414960" cy="1308960"/>
            <a:chOff x="5728680" y="-769680"/>
            <a:chExt cx="3414960" cy="1308960"/>
          </a:xfrm>
        </p:grpSpPr>
        <p:cxnSp>
          <p:nvCxnSpPr>
            <p:cNvPr id="296" name="Google Shape;51;p5"/>
            <p:cNvCxnSpPr/>
            <p:nvPr/>
          </p:nvCxnSpPr>
          <p:spPr>
            <a:xfrm flipH="1">
              <a:off x="5728680" y="-3294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97" name="Google Shape;52;p5"/>
            <p:cNvCxnSpPr/>
            <p:nvPr/>
          </p:nvCxnSpPr>
          <p:spPr>
            <a:xfrm flipH="1">
              <a:off x="5728680" y="1047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98" name="Google Shape;53;p5"/>
            <p:cNvCxnSpPr/>
            <p:nvPr/>
          </p:nvCxnSpPr>
          <p:spPr>
            <a:xfrm flipH="1">
              <a:off x="572868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99" name="Google Shape;54;p5"/>
            <p:cNvCxnSpPr/>
            <p:nvPr/>
          </p:nvCxnSpPr>
          <p:spPr>
            <a:xfrm>
              <a:off x="871488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0" name="Google Shape;55;p5"/>
            <p:cNvCxnSpPr/>
            <p:nvPr/>
          </p:nvCxnSpPr>
          <p:spPr>
            <a:xfrm>
              <a:off x="828576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1" name="Google Shape;56;p5"/>
            <p:cNvCxnSpPr/>
            <p:nvPr/>
          </p:nvCxnSpPr>
          <p:spPr>
            <a:xfrm>
              <a:off x="786240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2" name="Google Shape;57;p5"/>
            <p:cNvCxnSpPr/>
            <p:nvPr/>
          </p:nvCxnSpPr>
          <p:spPr>
            <a:xfrm>
              <a:off x="743328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3" name="Google Shape;58;p5"/>
            <p:cNvCxnSpPr/>
            <p:nvPr/>
          </p:nvCxnSpPr>
          <p:spPr>
            <a:xfrm>
              <a:off x="700992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4" name="Google Shape;59;p5"/>
            <p:cNvCxnSpPr/>
            <p:nvPr/>
          </p:nvCxnSpPr>
          <p:spPr>
            <a:xfrm>
              <a:off x="658080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5" name="Google Shape;60;p5"/>
            <p:cNvCxnSpPr/>
            <p:nvPr/>
          </p:nvCxnSpPr>
          <p:spPr>
            <a:xfrm>
              <a:off x="615744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6" name="Google Shape;61;p5"/>
            <p:cNvCxnSpPr/>
            <p:nvPr/>
          </p:nvCxnSpPr>
          <p:spPr>
            <a:xfrm>
              <a:off x="572868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307" name="Google Shape;62;p5"/>
          <p:cNvSpPr/>
          <p:nvPr/>
        </p:nvSpPr>
        <p:spPr>
          <a:xfrm rot="5400000">
            <a:off x="8454960" y="154800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308" name="Google Shape;63;p5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09" name="Google Shape;64;p5"/>
          <p:cNvSpPr/>
          <p:nvPr/>
        </p:nvSpPr>
        <p:spPr>
          <a:xfrm flipH="1">
            <a:off x="842148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10" name="Google Shape;65;p5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311" name="Google Shape;66;p5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67;p5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14" name="Google Shape;70;p6"/>
          <p:cNvGrpSpPr/>
          <p:nvPr/>
        </p:nvGrpSpPr>
        <p:grpSpPr>
          <a:xfrm>
            <a:off x="5728680" y="-324000"/>
            <a:ext cx="3414960" cy="863280"/>
            <a:chOff x="5728680" y="-324000"/>
            <a:chExt cx="3414960" cy="863280"/>
          </a:xfrm>
        </p:grpSpPr>
        <p:cxnSp>
          <p:nvCxnSpPr>
            <p:cNvPr id="315" name="Google Shape;71;p6"/>
            <p:cNvCxnSpPr/>
            <p:nvPr/>
          </p:nvCxnSpPr>
          <p:spPr>
            <a:xfrm flipH="1">
              <a:off x="5728680" y="-3240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16" name="Google Shape;72;p6"/>
            <p:cNvCxnSpPr/>
            <p:nvPr/>
          </p:nvCxnSpPr>
          <p:spPr>
            <a:xfrm>
              <a:off x="871488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17" name="Google Shape;73;p6"/>
            <p:cNvCxnSpPr/>
            <p:nvPr/>
          </p:nvCxnSpPr>
          <p:spPr>
            <a:xfrm>
              <a:off x="828576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18" name="Google Shape;74;p6"/>
            <p:cNvCxnSpPr/>
            <p:nvPr/>
          </p:nvCxnSpPr>
          <p:spPr>
            <a:xfrm>
              <a:off x="786240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19" name="Google Shape;75;p6"/>
            <p:cNvCxnSpPr/>
            <p:nvPr/>
          </p:nvCxnSpPr>
          <p:spPr>
            <a:xfrm>
              <a:off x="743328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0" name="Google Shape;76;p6"/>
            <p:cNvCxnSpPr/>
            <p:nvPr/>
          </p:nvCxnSpPr>
          <p:spPr>
            <a:xfrm>
              <a:off x="700992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1" name="Google Shape;77;p6"/>
            <p:cNvCxnSpPr/>
            <p:nvPr/>
          </p:nvCxnSpPr>
          <p:spPr>
            <a:xfrm>
              <a:off x="658080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2" name="Google Shape;78;p6"/>
            <p:cNvCxnSpPr/>
            <p:nvPr/>
          </p:nvCxnSpPr>
          <p:spPr>
            <a:xfrm>
              <a:off x="615744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3" name="Google Shape;79;p6"/>
            <p:cNvCxnSpPr/>
            <p:nvPr/>
          </p:nvCxnSpPr>
          <p:spPr>
            <a:xfrm>
              <a:off x="572868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4" name="Google Shape;80;p6"/>
            <p:cNvCxnSpPr/>
            <p:nvPr/>
          </p:nvCxnSpPr>
          <p:spPr>
            <a:xfrm flipH="1">
              <a:off x="5728680" y="1047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5" name="Google Shape;81;p6"/>
            <p:cNvCxnSpPr/>
            <p:nvPr/>
          </p:nvCxnSpPr>
          <p:spPr>
            <a:xfrm flipH="1">
              <a:off x="572868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326" name="Google Shape;82;p6"/>
          <p:cNvSpPr/>
          <p:nvPr/>
        </p:nvSpPr>
        <p:spPr>
          <a:xfrm rot="16200000">
            <a:off x="-703800" y="215964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7" name="Google Shape;83;p6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328" name="Google Shape;84;p6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85;p6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0" name="Google Shape;86;p6"/>
          <p:cNvGrpSpPr/>
          <p:nvPr/>
        </p:nvGrpSpPr>
        <p:grpSpPr>
          <a:xfrm>
            <a:off x="-126000" y="74160"/>
            <a:ext cx="813600" cy="817920"/>
            <a:chOff x="-126000" y="74160"/>
            <a:chExt cx="813600" cy="817920"/>
          </a:xfrm>
        </p:grpSpPr>
        <p:sp>
          <p:nvSpPr>
            <p:cNvPr id="331" name="Google Shape;87;p6"/>
            <p:cNvSpPr/>
            <p:nvPr/>
          </p:nvSpPr>
          <p:spPr>
            <a:xfrm flipH="1">
              <a:off x="-72000" y="13104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88;p6"/>
            <p:cNvSpPr/>
            <p:nvPr/>
          </p:nvSpPr>
          <p:spPr>
            <a:xfrm rot="5400000" flipH="1">
              <a:off x="-128160" y="7632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33" name="Google Shape;89;p6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2627280" y="1944000"/>
            <a:ext cx="3889080" cy="1852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337" name="Google Shape;93;p7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338" name="Google Shape;94;p7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95;p7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0" name="Google Shape;96;p7"/>
          <p:cNvSpPr/>
          <p:nvPr/>
        </p:nvSpPr>
        <p:spPr>
          <a:xfrm>
            <a:off x="284040" y="-5889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341" name="Google Shape;97;p7"/>
          <p:cNvCxnSpPr/>
          <p:nvPr/>
        </p:nvCxnSpPr>
        <p:spPr>
          <a:xfrm flipV="1">
            <a:off x="8421480" y="542160"/>
            <a:ext cx="360" cy="46947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2348640" y="1398240"/>
            <a:ext cx="4446360" cy="23464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43" name="Google Shape;100;p8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344" name="Google Shape;101;p8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102;p8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46" name="Google Shape;103;p8"/>
          <p:cNvCxnSpPr/>
          <p:nvPr/>
        </p:nvCxnSpPr>
        <p:spPr>
          <a:xfrm>
            <a:off x="6142680" y="4603680"/>
            <a:ext cx="309564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47" name="Google Shape;104;p8"/>
          <p:cNvSpPr/>
          <p:nvPr/>
        </p:nvSpPr>
        <p:spPr>
          <a:xfrm flipH="1">
            <a:off x="8421480" y="539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016360" y="2770560"/>
            <a:ext cx="511092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235680" y="2382480"/>
            <a:ext cx="5485320" cy="1457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3359520" y="1546560"/>
            <a:ext cx="757800" cy="757800"/>
          </a:xfrm>
          <a:prstGeom prst="rect">
            <a:avLst/>
          </a:prstGeom>
          <a:solidFill>
            <a:schemeClr val="l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966240" y="1547640"/>
            <a:ext cx="3684240" cy="141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32080" y="999000"/>
            <a:ext cx="3145320" cy="314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7" name="Google Shape;212;p19"/>
          <p:cNvSpPr/>
          <p:nvPr/>
        </p:nvSpPr>
        <p:spPr>
          <a:xfrm rot="10800000">
            <a:off x="2700360" y="452628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" name="Google Shape;213;p19"/>
          <p:cNvSpPr/>
          <p:nvPr/>
        </p:nvSpPr>
        <p:spPr>
          <a:xfrm>
            <a:off x="8380800" y="124488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383840" y="1214280"/>
            <a:ext cx="2255760" cy="97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983120" y="1683000"/>
            <a:ext cx="2255760" cy="97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539360" y="1683000"/>
            <a:ext cx="2255760" cy="97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722520" y="1187640"/>
            <a:ext cx="769896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0" name="Google Shape;226;p23"/>
          <p:cNvSpPr/>
          <p:nvPr/>
        </p:nvSpPr>
        <p:spPr>
          <a:xfrm>
            <a:off x="6909120" y="-58428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" name="Google Shape;227;p23"/>
          <p:cNvSpPr/>
          <p:nvPr/>
        </p:nvSpPr>
        <p:spPr>
          <a:xfrm rot="5400000" flipH="1">
            <a:off x="982080" y="-62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02" name="Google Shape;228;p23"/>
          <p:cNvCxnSpPr/>
          <p:nvPr/>
        </p:nvCxnSpPr>
        <p:spPr>
          <a:xfrm flipV="1">
            <a:off x="722160" y="-20160"/>
            <a:ext cx="360" cy="462420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03" name="Google Shape;229;p23"/>
          <p:cNvSpPr/>
          <p:nvPr/>
        </p:nvSpPr>
        <p:spPr>
          <a:xfrm>
            <a:off x="8421480" y="168120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04" name="Google Shape;230;p23"/>
          <p:cNvGrpSpPr/>
          <p:nvPr/>
        </p:nvGrpSpPr>
        <p:grpSpPr>
          <a:xfrm>
            <a:off x="1549080" y="4604040"/>
            <a:ext cx="813600" cy="817920"/>
            <a:chOff x="1549080" y="4604040"/>
            <a:chExt cx="813600" cy="817920"/>
          </a:xfrm>
        </p:grpSpPr>
        <p:sp>
          <p:nvSpPr>
            <p:cNvPr id="105" name="Google Shape;231;p23"/>
            <p:cNvSpPr/>
            <p:nvPr/>
          </p:nvSpPr>
          <p:spPr>
            <a:xfrm flipH="1">
              <a:off x="1603440" y="46609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232;p23"/>
            <p:cNvSpPr/>
            <p:nvPr/>
          </p:nvSpPr>
          <p:spPr>
            <a:xfrm rot="5400000" flipH="1">
              <a:off x="1546920" y="46062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1567080" y="1411560"/>
            <a:ext cx="6009840" cy="1055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9" name="Google Shape;108;p9"/>
          <p:cNvSpPr/>
          <p:nvPr/>
        </p:nvSpPr>
        <p:spPr>
          <a:xfrm rot="5400000" flipH="1">
            <a:off x="982080" y="-62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350" name="Google Shape;109;p9"/>
          <p:cNvCxnSpPr/>
          <p:nvPr/>
        </p:nvCxnSpPr>
        <p:spPr>
          <a:xfrm flipV="1">
            <a:off x="722160" y="-20160"/>
            <a:ext cx="360" cy="462420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2" name="PlaceHolder 2"/>
          <p:cNvSpPr>
            <a:spLocks noGrp="1"/>
          </p:cNvSpPr>
          <p:nvPr>
            <p:ph type="title"/>
          </p:nvPr>
        </p:nvSpPr>
        <p:spPr>
          <a:xfrm>
            <a:off x="722520" y="539640"/>
            <a:ext cx="4183920" cy="1003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462;p38"/>
          <p:cNvGrpSpPr/>
          <p:nvPr/>
        </p:nvGrpSpPr>
        <p:grpSpPr>
          <a:xfrm>
            <a:off x="0" y="-1309230"/>
            <a:ext cx="3416400" cy="2172600"/>
            <a:chOff x="0" y="0"/>
            <a:chExt cx="3414960" cy="2172600"/>
          </a:xfrm>
        </p:grpSpPr>
        <p:cxnSp>
          <p:nvCxnSpPr>
            <p:cNvPr id="355" name="Google Shape;463;p38"/>
            <p:cNvCxnSpPr/>
            <p:nvPr/>
          </p:nvCxnSpPr>
          <p:spPr>
            <a:xfrm>
              <a:off x="0" y="439920"/>
              <a:ext cx="3415320" cy="3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cxnSp>
          <p:nvCxnSpPr>
            <p:cNvPr id="356" name="Google Shape;464;p38"/>
            <p:cNvCxnSpPr/>
            <p:nvPr/>
          </p:nvCxnSpPr>
          <p:spPr>
            <a:xfrm>
              <a:off x="0" y="874440"/>
              <a:ext cx="3415320" cy="3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cxnSp>
          <p:nvCxnSpPr>
            <p:cNvPr id="357" name="Google Shape;465;p38"/>
            <p:cNvCxnSpPr/>
            <p:nvPr/>
          </p:nvCxnSpPr>
          <p:spPr>
            <a:xfrm>
              <a:off x="0" y="1308960"/>
              <a:ext cx="3415320" cy="3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cxnSp>
          <p:nvCxnSpPr>
            <p:cNvPr id="358" name="Google Shape;466;p38"/>
            <p:cNvCxnSpPr/>
            <p:nvPr/>
          </p:nvCxnSpPr>
          <p:spPr>
            <a:xfrm>
              <a:off x="428760" y="0"/>
              <a:ext cx="360" cy="21729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cxnSp>
          <p:nvCxnSpPr>
            <p:cNvPr id="359" name="Google Shape;467;p38"/>
            <p:cNvCxnSpPr/>
            <p:nvPr/>
          </p:nvCxnSpPr>
          <p:spPr>
            <a:xfrm>
              <a:off x="857880" y="0"/>
              <a:ext cx="360" cy="21729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cxnSp>
          <p:nvCxnSpPr>
            <p:cNvPr id="360" name="Google Shape;468;p38"/>
            <p:cNvCxnSpPr/>
            <p:nvPr/>
          </p:nvCxnSpPr>
          <p:spPr>
            <a:xfrm>
              <a:off x="1281240" y="0"/>
              <a:ext cx="360" cy="21729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cxnSp>
          <p:nvCxnSpPr>
            <p:cNvPr id="361" name="Google Shape;469;p38"/>
            <p:cNvCxnSpPr/>
            <p:nvPr/>
          </p:nvCxnSpPr>
          <p:spPr>
            <a:xfrm>
              <a:off x="1710360" y="0"/>
              <a:ext cx="360" cy="21729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cxnSp>
          <p:nvCxnSpPr>
            <p:cNvPr id="362" name="Google Shape;470;p38"/>
            <p:cNvCxnSpPr/>
            <p:nvPr/>
          </p:nvCxnSpPr>
          <p:spPr>
            <a:xfrm>
              <a:off x="2133720" y="0"/>
              <a:ext cx="360" cy="21729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cxnSp>
          <p:nvCxnSpPr>
            <p:cNvPr id="363" name="Google Shape;471;p38"/>
            <p:cNvCxnSpPr/>
            <p:nvPr/>
          </p:nvCxnSpPr>
          <p:spPr>
            <a:xfrm>
              <a:off x="2562480" y="0"/>
              <a:ext cx="360" cy="21729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cxnSp>
          <p:nvCxnSpPr>
            <p:cNvPr id="364" name="Google Shape;472;p38"/>
            <p:cNvCxnSpPr/>
            <p:nvPr/>
          </p:nvCxnSpPr>
          <p:spPr>
            <a:xfrm>
              <a:off x="2986200" y="0"/>
              <a:ext cx="360" cy="21729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cxnSp>
          <p:nvCxnSpPr>
            <p:cNvPr id="365" name="Google Shape;473;p38"/>
            <p:cNvCxnSpPr/>
            <p:nvPr/>
          </p:nvCxnSpPr>
          <p:spPr>
            <a:xfrm>
              <a:off x="3414960" y="0"/>
              <a:ext cx="360" cy="21729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cxnSp>
          <p:nvCxnSpPr>
            <p:cNvPr id="366" name="Google Shape;474;p38"/>
            <p:cNvCxnSpPr/>
            <p:nvPr/>
          </p:nvCxnSpPr>
          <p:spPr>
            <a:xfrm>
              <a:off x="0" y="1738080"/>
              <a:ext cx="3415320" cy="3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cxnSp>
          <p:nvCxnSpPr>
            <p:cNvPr id="367" name="Google Shape;475;p38"/>
            <p:cNvCxnSpPr/>
            <p:nvPr/>
          </p:nvCxnSpPr>
          <p:spPr>
            <a:xfrm>
              <a:off x="0" y="2172600"/>
              <a:ext cx="3415320" cy="36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</p:grpSp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709294" y="1159889"/>
            <a:ext cx="7710746" cy="180435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L" sz="3600" dirty="0">
                <a:latin typeface="Josefin Sans" pitchFamily="2" charset="77"/>
              </a:rPr>
              <a:t>Análisis de relación entre el consumo de cafeína y nivel de energía de estudiantes</a:t>
            </a:r>
            <a:endParaRPr lang="es-ES_tradnl" sz="3600" noProof="1">
              <a:latin typeface="Josefin Sans" pitchFamily="2" charset="77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subTitle"/>
          </p:nvPr>
        </p:nvSpPr>
        <p:spPr>
          <a:xfrm>
            <a:off x="2108183" y="3398764"/>
            <a:ext cx="4927633" cy="45071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_tradnl" sz="1800" b="0" u="none" strike="noStrike" noProof="1">
                <a:solidFill>
                  <a:schemeClr val="dk1"/>
                </a:solidFill>
                <a:effectLst/>
                <a:uFillTx/>
                <a:latin typeface="Josefin Sans" pitchFamily="2" charset="77"/>
                <a:ea typeface="arial"/>
              </a:rPr>
              <a:t>Paula Ayala Núñez</a:t>
            </a:r>
          </a:p>
        </p:txBody>
      </p:sp>
      <p:sp>
        <p:nvSpPr>
          <p:cNvPr id="370" name="Google Shape;478;p38"/>
          <p:cNvSpPr/>
          <p:nvPr/>
        </p:nvSpPr>
        <p:spPr>
          <a:xfrm>
            <a:off x="8248680" y="3743280"/>
            <a:ext cx="342720" cy="8665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33440" rIns="870823080" bIns="43344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_tradnl" sz="1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1" name="Google Shape;479;p38"/>
          <p:cNvSpPr/>
          <p:nvPr/>
        </p:nvSpPr>
        <p:spPr>
          <a:xfrm>
            <a:off x="420840" y="324828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_tradnl" sz="1800" b="0" u="none" strike="noStrike" noProof="1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2" name="Google Shape;480;p38"/>
          <p:cNvSpPr/>
          <p:nvPr/>
        </p:nvSpPr>
        <p:spPr>
          <a:xfrm>
            <a:off x="5493960" y="-4197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_tradnl" sz="1800" b="0" u="none" strike="noStrike" noProof="1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73" name="Google Shape;481;p38"/>
          <p:cNvGrpSpPr/>
          <p:nvPr/>
        </p:nvGrpSpPr>
        <p:grpSpPr>
          <a:xfrm>
            <a:off x="8012520" y="345600"/>
            <a:ext cx="817920" cy="813600"/>
            <a:chOff x="8012520" y="345600"/>
            <a:chExt cx="817920" cy="813600"/>
          </a:xfrm>
        </p:grpSpPr>
        <p:sp>
          <p:nvSpPr>
            <p:cNvPr id="374" name="Google Shape;482;p38"/>
            <p:cNvSpPr/>
            <p:nvPr/>
          </p:nvSpPr>
          <p:spPr>
            <a:xfrm>
              <a:off x="806940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483;p38"/>
            <p:cNvSpPr/>
            <p:nvPr/>
          </p:nvSpPr>
          <p:spPr>
            <a:xfrm>
              <a:off x="8012520" y="345600"/>
              <a:ext cx="817920" cy="813600"/>
            </a:xfrm>
            <a:prstGeom prst="pie">
              <a:avLst>
                <a:gd name="adj1" fmla="val 16037467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" name="PlaceHolder 2">
            <a:extLst>
              <a:ext uri="{FF2B5EF4-FFF2-40B4-BE49-F238E27FC236}">
                <a16:creationId xmlns:a16="http://schemas.microsoft.com/office/drawing/2014/main" id="{142A87EB-346F-AD2D-1605-0F6AB7ECE414}"/>
              </a:ext>
            </a:extLst>
          </p:cNvPr>
          <p:cNvSpPr txBox="1">
            <a:spLocks/>
          </p:cNvSpPr>
          <p:nvPr/>
        </p:nvSpPr>
        <p:spPr>
          <a:xfrm>
            <a:off x="2257763" y="3780509"/>
            <a:ext cx="4927633" cy="45071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_tradnl" sz="1400" noProof="1">
                <a:solidFill>
                  <a:schemeClr val="dk1"/>
                </a:solidFill>
                <a:latin typeface="Josefin Sans" pitchFamily="2" charset="77"/>
                <a:ea typeface="arial"/>
              </a:rPr>
              <a:t>Curso Fundamentos del Análisis de Datos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_tradnl" sz="1400" noProof="1">
              <a:solidFill>
                <a:schemeClr val="dk1"/>
              </a:solidFill>
              <a:latin typeface="Proxima Nova"/>
              <a:ea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1004760" y="646862"/>
            <a:ext cx="3685680" cy="65855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_tradnl" sz="2800" b="1" noProof="1">
                <a:solidFill>
                  <a:schemeClr val="dk1"/>
                </a:solidFill>
                <a:latin typeface="Josefin Sans"/>
              </a:rPr>
              <a:t>Objetivo del análisis</a:t>
            </a:r>
            <a:endParaRPr lang="es-ES_tradnl" sz="2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 type="subTitle"/>
          </p:nvPr>
        </p:nvSpPr>
        <p:spPr>
          <a:xfrm>
            <a:off x="1059120" y="1594195"/>
            <a:ext cx="5847152" cy="256316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s-ES_tradnl" sz="1200" noProof="1">
                <a:solidFill>
                  <a:srgbClr val="000000"/>
                </a:solidFill>
                <a:latin typeface="OpenSymbol"/>
              </a:rPr>
              <a:t>La finalidad principal de este trabajo fue analizar si el hecho de tomar cafeína tiene influencia en el nivel energético del día.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s-ES_tradnl" sz="1200" noProof="1">
                <a:solidFill>
                  <a:srgbClr val="000000"/>
                </a:solidFill>
                <a:latin typeface="OpenSymbol"/>
              </a:rPr>
              <a:t>Asimismo, la intención ha sido la de aplicar las herramientas básicas de la estadística como son la exploración de datos, visualización, intervalos de confianza y test de hipótesis, para una mejor interpretación de los resultados.</a:t>
            </a:r>
          </a:p>
        </p:txBody>
      </p:sp>
      <p:grpSp>
        <p:nvGrpSpPr>
          <p:cNvPr id="393" name="Google Shape;856;p54"/>
          <p:cNvGrpSpPr/>
          <p:nvPr/>
        </p:nvGrpSpPr>
        <p:grpSpPr>
          <a:xfrm>
            <a:off x="246960" y="4081680"/>
            <a:ext cx="813600" cy="817920"/>
            <a:chOff x="246960" y="4081680"/>
            <a:chExt cx="813600" cy="817920"/>
          </a:xfrm>
        </p:grpSpPr>
        <p:sp>
          <p:nvSpPr>
            <p:cNvPr id="394" name="Google Shape;857;p54"/>
            <p:cNvSpPr/>
            <p:nvPr/>
          </p:nvSpPr>
          <p:spPr>
            <a:xfrm flipH="1">
              <a:off x="300960" y="413856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858;p54"/>
            <p:cNvSpPr/>
            <p:nvPr/>
          </p:nvSpPr>
          <p:spPr>
            <a:xfrm rot="5400000" flipH="1">
              <a:off x="244440" y="408384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6" name="Google Shape;859;p54"/>
          <p:cNvGrpSpPr/>
          <p:nvPr/>
        </p:nvGrpSpPr>
        <p:grpSpPr>
          <a:xfrm>
            <a:off x="6142320" y="543960"/>
            <a:ext cx="2278440" cy="330120"/>
            <a:chOff x="6142320" y="543960"/>
            <a:chExt cx="2278440" cy="330120"/>
          </a:xfrm>
        </p:grpSpPr>
        <p:sp>
          <p:nvSpPr>
            <p:cNvPr id="397" name="Google Shape;860;p54"/>
            <p:cNvSpPr/>
            <p:nvPr/>
          </p:nvSpPr>
          <p:spPr>
            <a:xfrm flipH="1">
              <a:off x="6141960" y="5439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861;p54"/>
            <p:cNvSpPr/>
            <p:nvPr/>
          </p:nvSpPr>
          <p:spPr>
            <a:xfrm flipH="1">
              <a:off x="6194520" y="60552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9" name="Google Shape;862;p54"/>
          <p:cNvSpPr/>
          <p:nvPr/>
        </p:nvSpPr>
        <p:spPr>
          <a:xfrm>
            <a:off x="552600" y="542880"/>
            <a:ext cx="342720" cy="8665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33440" rIns="870823080" bIns="4334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_tradnl" sz="1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Google Shape;863;p54"/>
          <p:cNvCxnSpPr/>
          <p:nvPr/>
        </p:nvCxnSpPr>
        <p:spPr>
          <a:xfrm>
            <a:off x="-68400" y="539280"/>
            <a:ext cx="849960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30F1B-0A64-833C-CC69-6A3E9B0E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>
            <a:extLst>
              <a:ext uri="{FF2B5EF4-FFF2-40B4-BE49-F238E27FC236}">
                <a16:creationId xmlns:a16="http://schemas.microsoft.com/office/drawing/2014/main" id="{3ED9B0FB-0B05-2242-42BD-B207DE272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760" y="605520"/>
            <a:ext cx="3685680" cy="5464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_tradnl" sz="2800" b="1" noProof="1">
                <a:solidFill>
                  <a:schemeClr val="dk1"/>
                </a:solidFill>
                <a:latin typeface="Josefin Sans"/>
              </a:rPr>
              <a:t>Datos utilizados</a:t>
            </a:r>
            <a:endParaRPr lang="es-ES_tradnl" sz="2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2">
            <a:extLst>
              <a:ext uri="{FF2B5EF4-FFF2-40B4-BE49-F238E27FC236}">
                <a16:creationId xmlns:a16="http://schemas.microsoft.com/office/drawing/2014/main" id="{CCD63FCB-3A89-6AC3-430F-25AC0FB76B3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59120" y="1594195"/>
            <a:ext cx="5847152" cy="256316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s-CL" sz="1200" dirty="0">
                <a:solidFill>
                  <a:srgbClr val="000000"/>
                </a:solidFill>
                <a:latin typeface="OpenSymbol"/>
              </a:rPr>
              <a:t>Se trabajó con un </a:t>
            </a:r>
            <a:r>
              <a:rPr lang="es-CL" sz="1200" dirty="0" err="1">
                <a:solidFill>
                  <a:srgbClr val="000000"/>
                </a:solidFill>
                <a:latin typeface="OpenSymbol"/>
              </a:rPr>
              <a:t>Dataset</a:t>
            </a:r>
            <a:r>
              <a:rPr lang="es-CL" sz="1200" dirty="0">
                <a:solidFill>
                  <a:srgbClr val="000000"/>
                </a:solidFill>
                <a:latin typeface="OpenSymbol"/>
              </a:rPr>
              <a:t> simulado que incluye información de estudiantes.</a:t>
            </a:r>
          </a:p>
          <a:p>
            <a:endParaRPr lang="es-CL" sz="1200" dirty="0">
              <a:solidFill>
                <a:srgbClr val="000000"/>
              </a:solidFill>
              <a:latin typeface="OpenSymbol"/>
            </a:endParaRPr>
          </a:p>
          <a:p>
            <a:r>
              <a:rPr lang="es-CL" sz="1200" dirty="0">
                <a:solidFill>
                  <a:srgbClr val="000000"/>
                </a:solidFill>
                <a:latin typeface="OpenSymbol"/>
              </a:rPr>
              <a:t>Las variables principales fueron:</a:t>
            </a:r>
          </a:p>
          <a:p>
            <a:endParaRPr lang="es-CL" sz="1200" dirty="0">
              <a:solidFill>
                <a:srgbClr val="000000"/>
              </a:solidFill>
              <a:latin typeface="OpenSymbol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0000"/>
                </a:solidFill>
                <a:latin typeface="OpenSymbol"/>
              </a:rPr>
              <a:t>Consumo de cafeína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0000"/>
                </a:solidFill>
                <a:latin typeface="OpenSymbol"/>
              </a:rPr>
              <a:t>Horas de sueño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0000"/>
                </a:solidFill>
                <a:latin typeface="OpenSymbol"/>
              </a:rPr>
              <a:t>Nivel de energía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0000"/>
                </a:solidFill>
                <a:latin typeface="OpenSymbol"/>
              </a:rPr>
              <a:t>Nivel de estrés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0000"/>
                </a:solidFill>
                <a:latin typeface="OpenSymbol"/>
              </a:rPr>
              <a:t>Horas de estudio </a:t>
            </a:r>
          </a:p>
          <a:p>
            <a:endParaRPr lang="es-CL" sz="1200" dirty="0">
              <a:solidFill>
                <a:srgbClr val="000000"/>
              </a:solidFill>
              <a:latin typeface="OpenSymbol"/>
            </a:endParaRPr>
          </a:p>
          <a:p>
            <a:r>
              <a:rPr lang="es-CL" sz="1200" dirty="0">
                <a:solidFill>
                  <a:srgbClr val="000000"/>
                </a:solidFill>
                <a:latin typeface="OpenSymbol"/>
              </a:rPr>
              <a:t>El </a:t>
            </a:r>
            <a:r>
              <a:rPr lang="es-CL" sz="1200" dirty="0" err="1">
                <a:solidFill>
                  <a:srgbClr val="000000"/>
                </a:solidFill>
                <a:latin typeface="OpenSymbol"/>
              </a:rPr>
              <a:t>Dataset</a:t>
            </a:r>
            <a:r>
              <a:rPr lang="es-CL" sz="1200" dirty="0">
                <a:solidFill>
                  <a:srgbClr val="000000"/>
                </a:solidFill>
                <a:latin typeface="OpenSymbol"/>
              </a:rPr>
              <a:t> contiene 100 registros, lo que permite hacer un análisis básico pero suficiente para aplicar los conceptos vistos en clase.</a:t>
            </a: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endParaRPr lang="es-ES_tradnl" sz="1200" noProof="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393" name="Google Shape;856;p54">
            <a:extLst>
              <a:ext uri="{FF2B5EF4-FFF2-40B4-BE49-F238E27FC236}">
                <a16:creationId xmlns:a16="http://schemas.microsoft.com/office/drawing/2014/main" id="{0AFA0912-8ACA-A945-80E2-888F362D88F6}"/>
              </a:ext>
            </a:extLst>
          </p:cNvPr>
          <p:cNvGrpSpPr/>
          <p:nvPr/>
        </p:nvGrpSpPr>
        <p:grpSpPr>
          <a:xfrm>
            <a:off x="246960" y="4081680"/>
            <a:ext cx="813600" cy="817920"/>
            <a:chOff x="246960" y="4081680"/>
            <a:chExt cx="813600" cy="817920"/>
          </a:xfrm>
        </p:grpSpPr>
        <p:sp>
          <p:nvSpPr>
            <p:cNvPr id="394" name="Google Shape;857;p54">
              <a:extLst>
                <a:ext uri="{FF2B5EF4-FFF2-40B4-BE49-F238E27FC236}">
                  <a16:creationId xmlns:a16="http://schemas.microsoft.com/office/drawing/2014/main" id="{804F760B-29B5-AF78-0751-19D5DDAB2E3D}"/>
                </a:ext>
              </a:extLst>
            </p:cNvPr>
            <p:cNvSpPr/>
            <p:nvPr/>
          </p:nvSpPr>
          <p:spPr>
            <a:xfrm flipH="1">
              <a:off x="300960" y="413856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858;p54">
              <a:extLst>
                <a:ext uri="{FF2B5EF4-FFF2-40B4-BE49-F238E27FC236}">
                  <a16:creationId xmlns:a16="http://schemas.microsoft.com/office/drawing/2014/main" id="{17C7AEA0-B9A1-BF8A-26D5-3D6C47EF8B4E}"/>
                </a:ext>
              </a:extLst>
            </p:cNvPr>
            <p:cNvSpPr/>
            <p:nvPr/>
          </p:nvSpPr>
          <p:spPr>
            <a:xfrm rot="5400000" flipH="1">
              <a:off x="244440" y="408384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6" name="Google Shape;859;p54">
            <a:extLst>
              <a:ext uri="{FF2B5EF4-FFF2-40B4-BE49-F238E27FC236}">
                <a16:creationId xmlns:a16="http://schemas.microsoft.com/office/drawing/2014/main" id="{D07BDBBE-5E4D-D0F9-5FD2-BC730F076099}"/>
              </a:ext>
            </a:extLst>
          </p:cNvPr>
          <p:cNvGrpSpPr/>
          <p:nvPr/>
        </p:nvGrpSpPr>
        <p:grpSpPr>
          <a:xfrm>
            <a:off x="6142320" y="543960"/>
            <a:ext cx="2278440" cy="330120"/>
            <a:chOff x="6142320" y="543960"/>
            <a:chExt cx="2278440" cy="330120"/>
          </a:xfrm>
        </p:grpSpPr>
        <p:sp>
          <p:nvSpPr>
            <p:cNvPr id="397" name="Google Shape;860;p54">
              <a:extLst>
                <a:ext uri="{FF2B5EF4-FFF2-40B4-BE49-F238E27FC236}">
                  <a16:creationId xmlns:a16="http://schemas.microsoft.com/office/drawing/2014/main" id="{C873BBFB-FB8E-3A1E-19B7-38A51E5446A4}"/>
                </a:ext>
              </a:extLst>
            </p:cNvPr>
            <p:cNvSpPr/>
            <p:nvPr/>
          </p:nvSpPr>
          <p:spPr>
            <a:xfrm flipH="1">
              <a:off x="6141960" y="5439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861;p54">
              <a:extLst>
                <a:ext uri="{FF2B5EF4-FFF2-40B4-BE49-F238E27FC236}">
                  <a16:creationId xmlns:a16="http://schemas.microsoft.com/office/drawing/2014/main" id="{814CFD71-AB74-A170-5D3B-C15321F9325B}"/>
                </a:ext>
              </a:extLst>
            </p:cNvPr>
            <p:cNvSpPr/>
            <p:nvPr/>
          </p:nvSpPr>
          <p:spPr>
            <a:xfrm flipH="1">
              <a:off x="6194520" y="60552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9" name="Google Shape;862;p54">
            <a:extLst>
              <a:ext uri="{FF2B5EF4-FFF2-40B4-BE49-F238E27FC236}">
                <a16:creationId xmlns:a16="http://schemas.microsoft.com/office/drawing/2014/main" id="{FA936C07-D9E7-4D1E-93EE-67778DD3EFA7}"/>
              </a:ext>
            </a:extLst>
          </p:cNvPr>
          <p:cNvSpPr/>
          <p:nvPr/>
        </p:nvSpPr>
        <p:spPr>
          <a:xfrm>
            <a:off x="552600" y="542880"/>
            <a:ext cx="342720" cy="8665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33440" rIns="870823080" bIns="4334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_tradnl" sz="1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Google Shape;863;p54">
            <a:extLst>
              <a:ext uri="{FF2B5EF4-FFF2-40B4-BE49-F238E27FC236}">
                <a16:creationId xmlns:a16="http://schemas.microsoft.com/office/drawing/2014/main" id="{9BA91360-A26D-DBBA-6A35-5CE64B8878C3}"/>
              </a:ext>
            </a:extLst>
          </p:cNvPr>
          <p:cNvCxnSpPr/>
          <p:nvPr/>
        </p:nvCxnSpPr>
        <p:spPr>
          <a:xfrm>
            <a:off x="-68400" y="539280"/>
            <a:ext cx="849960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2147635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58651-00B6-3553-0FF5-D191A3036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>
            <a:extLst>
              <a:ext uri="{FF2B5EF4-FFF2-40B4-BE49-F238E27FC236}">
                <a16:creationId xmlns:a16="http://schemas.microsoft.com/office/drawing/2014/main" id="{2B70D917-E199-8839-B991-1C08D4D3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760" y="605520"/>
            <a:ext cx="3685680" cy="5464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_tradnl" sz="2800" b="1" noProof="1">
                <a:solidFill>
                  <a:schemeClr val="dk1"/>
                </a:solidFill>
                <a:latin typeface="Josefin Sans"/>
              </a:rPr>
              <a:t>Análisis realizado</a:t>
            </a:r>
            <a:endParaRPr lang="es-ES_tradnl" sz="2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2">
            <a:extLst>
              <a:ext uri="{FF2B5EF4-FFF2-40B4-BE49-F238E27FC236}">
                <a16:creationId xmlns:a16="http://schemas.microsoft.com/office/drawing/2014/main" id="{FBEC59B3-891E-D19E-F28E-8B922B28D04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59120" y="1594195"/>
            <a:ext cx="5847152" cy="256316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s-CL" sz="1200" b="1" dirty="0">
                <a:solidFill>
                  <a:srgbClr val="000000"/>
                </a:solidFill>
                <a:latin typeface="OpenSymbol"/>
              </a:rPr>
              <a:t>Metodología</a:t>
            </a:r>
          </a:p>
          <a:p>
            <a:endParaRPr lang="es-CL" sz="1200" b="1" dirty="0">
              <a:solidFill>
                <a:srgbClr val="000000"/>
              </a:solidFill>
              <a:latin typeface="OpenSymbol"/>
            </a:endParaRPr>
          </a:p>
          <a:p>
            <a:r>
              <a:rPr lang="es-CL" sz="1200" dirty="0">
                <a:solidFill>
                  <a:srgbClr val="000000"/>
                </a:solidFill>
                <a:latin typeface="OpenSymbol"/>
              </a:rPr>
              <a:t>Primero se realizó una exploración de los datos utilizando funciones como </a:t>
            </a:r>
            <a:r>
              <a:rPr lang="es-CL" sz="1200" i="1" dirty="0" err="1">
                <a:solidFill>
                  <a:srgbClr val="000000"/>
                </a:solidFill>
                <a:latin typeface="OpenSymbol"/>
              </a:rPr>
              <a:t>info</a:t>
            </a:r>
            <a:r>
              <a:rPr lang="es-CL" sz="1200" i="1" dirty="0">
                <a:solidFill>
                  <a:srgbClr val="000000"/>
                </a:solidFill>
                <a:latin typeface="OpenSymbol"/>
              </a:rPr>
              <a:t>() </a:t>
            </a:r>
            <a:r>
              <a:rPr lang="es-CL" sz="1200" dirty="0">
                <a:solidFill>
                  <a:srgbClr val="000000"/>
                </a:solidFill>
                <a:latin typeface="OpenSymbol"/>
              </a:rPr>
              <a:t>y </a:t>
            </a:r>
            <a:r>
              <a:rPr lang="es-CL" sz="1200" i="1" dirty="0">
                <a:solidFill>
                  <a:srgbClr val="000000"/>
                </a:solidFill>
                <a:latin typeface="OpenSymbol"/>
              </a:rPr>
              <a:t>describe() </a:t>
            </a:r>
            <a:r>
              <a:rPr lang="es-CL" sz="1200" dirty="0">
                <a:solidFill>
                  <a:srgbClr val="000000"/>
                </a:solidFill>
                <a:latin typeface="OpenSymbol"/>
              </a:rPr>
              <a:t>para entender su estructura.</a:t>
            </a:r>
          </a:p>
          <a:p>
            <a:endParaRPr lang="es-CL" sz="1200" dirty="0">
              <a:solidFill>
                <a:srgbClr val="000000"/>
              </a:solidFill>
              <a:latin typeface="OpenSymbol"/>
            </a:endParaRPr>
          </a:p>
          <a:p>
            <a:r>
              <a:rPr lang="es-CL" sz="1200" dirty="0">
                <a:solidFill>
                  <a:srgbClr val="000000"/>
                </a:solidFill>
                <a:latin typeface="OpenSymbol"/>
              </a:rPr>
              <a:t>Luego se crearon distintos gráficos, como histogramas y gráficos de dispersión, para visualizar mejor el comportamiento de las variables.</a:t>
            </a:r>
          </a:p>
          <a:p>
            <a:endParaRPr lang="es-CL" sz="1200" dirty="0">
              <a:solidFill>
                <a:srgbClr val="000000"/>
              </a:solidFill>
              <a:latin typeface="OpenSymbol"/>
            </a:endParaRPr>
          </a:p>
          <a:p>
            <a:r>
              <a:rPr lang="es-CL" sz="1200" dirty="0">
                <a:solidFill>
                  <a:srgbClr val="000000"/>
                </a:solidFill>
                <a:latin typeface="OpenSymbol"/>
              </a:rPr>
              <a:t>Finalmente, se aplicaron herramientas estadísticas como intervalos de confianza y un test de hipótesis (t-test) para analizar los resultados de forma más formal.</a:t>
            </a: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endParaRPr lang="es-ES_tradnl" sz="1200" b="0" u="none" strike="noStrike" noProof="1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93" name="Google Shape;856;p54">
            <a:extLst>
              <a:ext uri="{FF2B5EF4-FFF2-40B4-BE49-F238E27FC236}">
                <a16:creationId xmlns:a16="http://schemas.microsoft.com/office/drawing/2014/main" id="{68C95C8A-F2C0-7D28-49CD-8F4C14C0618B}"/>
              </a:ext>
            </a:extLst>
          </p:cNvPr>
          <p:cNvGrpSpPr/>
          <p:nvPr/>
        </p:nvGrpSpPr>
        <p:grpSpPr>
          <a:xfrm>
            <a:off x="246960" y="4081680"/>
            <a:ext cx="813600" cy="817920"/>
            <a:chOff x="246960" y="4081680"/>
            <a:chExt cx="813600" cy="817920"/>
          </a:xfrm>
        </p:grpSpPr>
        <p:sp>
          <p:nvSpPr>
            <p:cNvPr id="394" name="Google Shape;857;p54">
              <a:extLst>
                <a:ext uri="{FF2B5EF4-FFF2-40B4-BE49-F238E27FC236}">
                  <a16:creationId xmlns:a16="http://schemas.microsoft.com/office/drawing/2014/main" id="{69E0F962-AA3A-64E7-0015-0E839D017904}"/>
                </a:ext>
              </a:extLst>
            </p:cNvPr>
            <p:cNvSpPr/>
            <p:nvPr/>
          </p:nvSpPr>
          <p:spPr>
            <a:xfrm flipH="1">
              <a:off x="300960" y="413856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858;p54">
              <a:extLst>
                <a:ext uri="{FF2B5EF4-FFF2-40B4-BE49-F238E27FC236}">
                  <a16:creationId xmlns:a16="http://schemas.microsoft.com/office/drawing/2014/main" id="{48FEF3D0-4F1B-ECCA-F05D-DDC0098C7708}"/>
                </a:ext>
              </a:extLst>
            </p:cNvPr>
            <p:cNvSpPr/>
            <p:nvPr/>
          </p:nvSpPr>
          <p:spPr>
            <a:xfrm rot="5400000" flipH="1">
              <a:off x="244440" y="408384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6" name="Google Shape;859;p54">
            <a:extLst>
              <a:ext uri="{FF2B5EF4-FFF2-40B4-BE49-F238E27FC236}">
                <a16:creationId xmlns:a16="http://schemas.microsoft.com/office/drawing/2014/main" id="{B32EC153-E6C7-75B8-5583-FA923D13F86D}"/>
              </a:ext>
            </a:extLst>
          </p:cNvPr>
          <p:cNvGrpSpPr/>
          <p:nvPr/>
        </p:nvGrpSpPr>
        <p:grpSpPr>
          <a:xfrm>
            <a:off x="6142320" y="543960"/>
            <a:ext cx="2278440" cy="330120"/>
            <a:chOff x="6142320" y="543960"/>
            <a:chExt cx="2278440" cy="330120"/>
          </a:xfrm>
        </p:grpSpPr>
        <p:sp>
          <p:nvSpPr>
            <p:cNvPr id="397" name="Google Shape;860;p54">
              <a:extLst>
                <a:ext uri="{FF2B5EF4-FFF2-40B4-BE49-F238E27FC236}">
                  <a16:creationId xmlns:a16="http://schemas.microsoft.com/office/drawing/2014/main" id="{18220C75-9887-3C74-C0C4-52E689CA9879}"/>
                </a:ext>
              </a:extLst>
            </p:cNvPr>
            <p:cNvSpPr/>
            <p:nvPr/>
          </p:nvSpPr>
          <p:spPr>
            <a:xfrm flipH="1">
              <a:off x="6141960" y="5439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861;p54">
              <a:extLst>
                <a:ext uri="{FF2B5EF4-FFF2-40B4-BE49-F238E27FC236}">
                  <a16:creationId xmlns:a16="http://schemas.microsoft.com/office/drawing/2014/main" id="{4BDB9BF1-7D50-2B1A-5C92-5A30B7697688}"/>
                </a:ext>
              </a:extLst>
            </p:cNvPr>
            <p:cNvSpPr/>
            <p:nvPr/>
          </p:nvSpPr>
          <p:spPr>
            <a:xfrm flipH="1">
              <a:off x="6194520" y="60552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9" name="Google Shape;862;p54">
            <a:extLst>
              <a:ext uri="{FF2B5EF4-FFF2-40B4-BE49-F238E27FC236}">
                <a16:creationId xmlns:a16="http://schemas.microsoft.com/office/drawing/2014/main" id="{8500D4C9-826D-1915-006D-5E101E3F3BED}"/>
              </a:ext>
            </a:extLst>
          </p:cNvPr>
          <p:cNvSpPr/>
          <p:nvPr/>
        </p:nvSpPr>
        <p:spPr>
          <a:xfrm>
            <a:off x="552600" y="542880"/>
            <a:ext cx="342720" cy="8665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33440" rIns="870823080" bIns="4334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_tradnl" sz="1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Google Shape;863;p54">
            <a:extLst>
              <a:ext uri="{FF2B5EF4-FFF2-40B4-BE49-F238E27FC236}">
                <a16:creationId xmlns:a16="http://schemas.microsoft.com/office/drawing/2014/main" id="{A6EDFAD5-4CDF-31B8-994D-8E1E241E4720}"/>
              </a:ext>
            </a:extLst>
          </p:cNvPr>
          <p:cNvCxnSpPr/>
          <p:nvPr/>
        </p:nvCxnSpPr>
        <p:spPr>
          <a:xfrm>
            <a:off x="-68400" y="539280"/>
            <a:ext cx="849960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61317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E1342-9D24-71BF-2AF9-152147B2B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>
            <a:extLst>
              <a:ext uri="{FF2B5EF4-FFF2-40B4-BE49-F238E27FC236}">
                <a16:creationId xmlns:a16="http://schemas.microsoft.com/office/drawing/2014/main" id="{B043C361-78B6-C2D5-E69D-CE50B6BD9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760" y="605520"/>
            <a:ext cx="3685680" cy="5464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_tradnl" sz="2800" b="1" noProof="1">
                <a:solidFill>
                  <a:schemeClr val="dk1"/>
                </a:solidFill>
                <a:latin typeface="Josefin Sans"/>
              </a:rPr>
              <a:t>Resultados</a:t>
            </a:r>
            <a:endParaRPr lang="es-ES_tradnl" sz="2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2">
            <a:extLst>
              <a:ext uri="{FF2B5EF4-FFF2-40B4-BE49-F238E27FC236}">
                <a16:creationId xmlns:a16="http://schemas.microsoft.com/office/drawing/2014/main" id="{1493E221-6071-422D-7535-6E6AE11EC8A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414915" y="2014456"/>
            <a:ext cx="2753095" cy="18185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0000"/>
                </a:solidFill>
                <a:latin typeface="OpenSymbol"/>
              </a:rPr>
              <a:t>No se observa una relación clara entre el consumo de cafeína y el nivel de energía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CL" sz="1200" dirty="0">
              <a:solidFill>
                <a:srgbClr val="000000"/>
              </a:solidFill>
              <a:latin typeface="OpenSymbo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0000"/>
                </a:solidFill>
                <a:latin typeface="OpenSymbol"/>
              </a:rPr>
              <a:t>Los puntos están dispersos, sin tendencia definida.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CL" sz="1200" dirty="0">
              <a:solidFill>
                <a:srgbClr val="000000"/>
              </a:solidFill>
              <a:latin typeface="OpenSymbo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0000"/>
                </a:solidFill>
                <a:latin typeface="OpenSymbol"/>
              </a:rPr>
              <a:t>Esto coincide con la baja correlación obtenida. </a:t>
            </a: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endParaRPr lang="es-ES_tradnl" sz="1200" b="0" u="none" strike="noStrike" noProof="1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93" name="Google Shape;856;p54">
            <a:extLst>
              <a:ext uri="{FF2B5EF4-FFF2-40B4-BE49-F238E27FC236}">
                <a16:creationId xmlns:a16="http://schemas.microsoft.com/office/drawing/2014/main" id="{F5B1F964-E430-F74C-3121-F53100CE222A}"/>
              </a:ext>
            </a:extLst>
          </p:cNvPr>
          <p:cNvGrpSpPr/>
          <p:nvPr/>
        </p:nvGrpSpPr>
        <p:grpSpPr>
          <a:xfrm>
            <a:off x="246960" y="4081680"/>
            <a:ext cx="813600" cy="817920"/>
            <a:chOff x="246960" y="4081680"/>
            <a:chExt cx="813600" cy="817920"/>
          </a:xfrm>
        </p:grpSpPr>
        <p:sp>
          <p:nvSpPr>
            <p:cNvPr id="394" name="Google Shape;857;p54">
              <a:extLst>
                <a:ext uri="{FF2B5EF4-FFF2-40B4-BE49-F238E27FC236}">
                  <a16:creationId xmlns:a16="http://schemas.microsoft.com/office/drawing/2014/main" id="{67FC5BB7-5149-A226-5298-93E367BC9157}"/>
                </a:ext>
              </a:extLst>
            </p:cNvPr>
            <p:cNvSpPr/>
            <p:nvPr/>
          </p:nvSpPr>
          <p:spPr>
            <a:xfrm flipH="1">
              <a:off x="300960" y="413856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858;p54">
              <a:extLst>
                <a:ext uri="{FF2B5EF4-FFF2-40B4-BE49-F238E27FC236}">
                  <a16:creationId xmlns:a16="http://schemas.microsoft.com/office/drawing/2014/main" id="{07549B36-5A8A-3369-A961-14C4FE7D3550}"/>
                </a:ext>
              </a:extLst>
            </p:cNvPr>
            <p:cNvSpPr/>
            <p:nvPr/>
          </p:nvSpPr>
          <p:spPr>
            <a:xfrm rot="5400000" flipH="1">
              <a:off x="244440" y="408384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6" name="Google Shape;859;p54">
            <a:extLst>
              <a:ext uri="{FF2B5EF4-FFF2-40B4-BE49-F238E27FC236}">
                <a16:creationId xmlns:a16="http://schemas.microsoft.com/office/drawing/2014/main" id="{DEFCCC9E-D3CD-EBEC-FB2F-BD107ED1C82E}"/>
              </a:ext>
            </a:extLst>
          </p:cNvPr>
          <p:cNvGrpSpPr/>
          <p:nvPr/>
        </p:nvGrpSpPr>
        <p:grpSpPr>
          <a:xfrm>
            <a:off x="6142320" y="543960"/>
            <a:ext cx="2278440" cy="330120"/>
            <a:chOff x="6142320" y="543960"/>
            <a:chExt cx="2278440" cy="330120"/>
          </a:xfrm>
        </p:grpSpPr>
        <p:sp>
          <p:nvSpPr>
            <p:cNvPr id="397" name="Google Shape;860;p54">
              <a:extLst>
                <a:ext uri="{FF2B5EF4-FFF2-40B4-BE49-F238E27FC236}">
                  <a16:creationId xmlns:a16="http://schemas.microsoft.com/office/drawing/2014/main" id="{AB6D625A-335F-E5E2-E11C-592C9F74EA48}"/>
                </a:ext>
              </a:extLst>
            </p:cNvPr>
            <p:cNvSpPr/>
            <p:nvPr/>
          </p:nvSpPr>
          <p:spPr>
            <a:xfrm flipH="1">
              <a:off x="6141960" y="5439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861;p54">
              <a:extLst>
                <a:ext uri="{FF2B5EF4-FFF2-40B4-BE49-F238E27FC236}">
                  <a16:creationId xmlns:a16="http://schemas.microsoft.com/office/drawing/2014/main" id="{6016B441-F9DE-FB69-E055-7DB5689E186D}"/>
                </a:ext>
              </a:extLst>
            </p:cNvPr>
            <p:cNvSpPr/>
            <p:nvPr/>
          </p:nvSpPr>
          <p:spPr>
            <a:xfrm flipH="1">
              <a:off x="6194520" y="60552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9" name="Google Shape;862;p54">
            <a:extLst>
              <a:ext uri="{FF2B5EF4-FFF2-40B4-BE49-F238E27FC236}">
                <a16:creationId xmlns:a16="http://schemas.microsoft.com/office/drawing/2014/main" id="{91ECBC31-65F1-3E7A-203C-30380E8BAA25}"/>
              </a:ext>
            </a:extLst>
          </p:cNvPr>
          <p:cNvSpPr/>
          <p:nvPr/>
        </p:nvSpPr>
        <p:spPr>
          <a:xfrm>
            <a:off x="552600" y="542880"/>
            <a:ext cx="342720" cy="8665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33440" rIns="870823080" bIns="4334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_tradnl" sz="1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Google Shape;863;p54">
            <a:extLst>
              <a:ext uri="{FF2B5EF4-FFF2-40B4-BE49-F238E27FC236}">
                <a16:creationId xmlns:a16="http://schemas.microsoft.com/office/drawing/2014/main" id="{3C288210-536C-FCBD-E8C3-7E16E4DD471B}"/>
              </a:ext>
            </a:extLst>
          </p:cNvPr>
          <p:cNvCxnSpPr/>
          <p:nvPr/>
        </p:nvCxnSpPr>
        <p:spPr>
          <a:xfrm>
            <a:off x="-68400" y="539280"/>
            <a:ext cx="849960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28837811-9D4E-92E3-5B49-2E4E61C96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60" y="1250460"/>
            <a:ext cx="4041058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41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3EB18-B2DC-1535-30C5-DA02EDF6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>
            <a:extLst>
              <a:ext uri="{FF2B5EF4-FFF2-40B4-BE49-F238E27FC236}">
                <a16:creationId xmlns:a16="http://schemas.microsoft.com/office/drawing/2014/main" id="{59BDEBCB-972F-9D46-7F37-A0F4F7A8C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760" y="605520"/>
            <a:ext cx="3685680" cy="5464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_tradnl" sz="2800" b="1" noProof="1">
                <a:solidFill>
                  <a:schemeClr val="dk1"/>
                </a:solidFill>
                <a:latin typeface="Josefin Sans"/>
              </a:rPr>
              <a:t>Resultados</a:t>
            </a:r>
            <a:endParaRPr lang="es-ES_tradnl" sz="2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2">
            <a:extLst>
              <a:ext uri="{FF2B5EF4-FFF2-40B4-BE49-F238E27FC236}">
                <a16:creationId xmlns:a16="http://schemas.microsoft.com/office/drawing/2014/main" id="{B817CA0E-993A-B45A-D4F9-31917BDF2BD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379404" y="1934557"/>
            <a:ext cx="2753095" cy="18185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rPr>
              <a:t>La mayoría de los valores de energía se concentran alrededor de 5.</a:t>
            </a:r>
          </a:p>
          <a:p>
            <a:endParaRPr lang="es-ES_tradnl" sz="1200" b="0" u="none" strike="noStrike" noProof="1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rPr>
              <a:t>No se observan valores extremos importantes.</a:t>
            </a:r>
          </a:p>
          <a:p>
            <a:endParaRPr lang="es-ES_tradnl" sz="1200" b="0" u="none" strike="noStrike" noProof="1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rPr>
              <a:t> La distribución es bastante equilibrada</a:t>
            </a:r>
          </a:p>
        </p:txBody>
      </p:sp>
      <p:grpSp>
        <p:nvGrpSpPr>
          <p:cNvPr id="393" name="Google Shape;856;p54">
            <a:extLst>
              <a:ext uri="{FF2B5EF4-FFF2-40B4-BE49-F238E27FC236}">
                <a16:creationId xmlns:a16="http://schemas.microsoft.com/office/drawing/2014/main" id="{213962B2-4117-C7E3-C6E8-E6DA0116E59B}"/>
              </a:ext>
            </a:extLst>
          </p:cNvPr>
          <p:cNvGrpSpPr/>
          <p:nvPr/>
        </p:nvGrpSpPr>
        <p:grpSpPr>
          <a:xfrm>
            <a:off x="246960" y="4081680"/>
            <a:ext cx="813600" cy="817920"/>
            <a:chOff x="246960" y="4081680"/>
            <a:chExt cx="813600" cy="817920"/>
          </a:xfrm>
        </p:grpSpPr>
        <p:sp>
          <p:nvSpPr>
            <p:cNvPr id="394" name="Google Shape;857;p54">
              <a:extLst>
                <a:ext uri="{FF2B5EF4-FFF2-40B4-BE49-F238E27FC236}">
                  <a16:creationId xmlns:a16="http://schemas.microsoft.com/office/drawing/2014/main" id="{58AD1044-6187-7AB5-6CB5-620C979C18AE}"/>
                </a:ext>
              </a:extLst>
            </p:cNvPr>
            <p:cNvSpPr/>
            <p:nvPr/>
          </p:nvSpPr>
          <p:spPr>
            <a:xfrm flipH="1">
              <a:off x="300960" y="413856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858;p54">
              <a:extLst>
                <a:ext uri="{FF2B5EF4-FFF2-40B4-BE49-F238E27FC236}">
                  <a16:creationId xmlns:a16="http://schemas.microsoft.com/office/drawing/2014/main" id="{6F62C8AB-BB0F-9946-625E-E81413CCAEEE}"/>
                </a:ext>
              </a:extLst>
            </p:cNvPr>
            <p:cNvSpPr/>
            <p:nvPr/>
          </p:nvSpPr>
          <p:spPr>
            <a:xfrm rot="5400000" flipH="1">
              <a:off x="244440" y="408384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6" name="Google Shape;859;p54">
            <a:extLst>
              <a:ext uri="{FF2B5EF4-FFF2-40B4-BE49-F238E27FC236}">
                <a16:creationId xmlns:a16="http://schemas.microsoft.com/office/drawing/2014/main" id="{2B47A370-5B3E-CC75-52F3-B9BBC2852722}"/>
              </a:ext>
            </a:extLst>
          </p:cNvPr>
          <p:cNvGrpSpPr/>
          <p:nvPr/>
        </p:nvGrpSpPr>
        <p:grpSpPr>
          <a:xfrm>
            <a:off x="6142320" y="543960"/>
            <a:ext cx="2278440" cy="330120"/>
            <a:chOff x="6142320" y="543960"/>
            <a:chExt cx="2278440" cy="330120"/>
          </a:xfrm>
        </p:grpSpPr>
        <p:sp>
          <p:nvSpPr>
            <p:cNvPr id="397" name="Google Shape;860;p54">
              <a:extLst>
                <a:ext uri="{FF2B5EF4-FFF2-40B4-BE49-F238E27FC236}">
                  <a16:creationId xmlns:a16="http://schemas.microsoft.com/office/drawing/2014/main" id="{8FF0F2C7-E6EA-8E6C-E355-47351BA863C5}"/>
                </a:ext>
              </a:extLst>
            </p:cNvPr>
            <p:cNvSpPr/>
            <p:nvPr/>
          </p:nvSpPr>
          <p:spPr>
            <a:xfrm flipH="1">
              <a:off x="6141960" y="5439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861;p54">
              <a:extLst>
                <a:ext uri="{FF2B5EF4-FFF2-40B4-BE49-F238E27FC236}">
                  <a16:creationId xmlns:a16="http://schemas.microsoft.com/office/drawing/2014/main" id="{353D56D0-BAC1-A42E-7EE4-0BFB2474607C}"/>
                </a:ext>
              </a:extLst>
            </p:cNvPr>
            <p:cNvSpPr/>
            <p:nvPr/>
          </p:nvSpPr>
          <p:spPr>
            <a:xfrm flipH="1">
              <a:off x="6194520" y="60552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9" name="Google Shape;862;p54">
            <a:extLst>
              <a:ext uri="{FF2B5EF4-FFF2-40B4-BE49-F238E27FC236}">
                <a16:creationId xmlns:a16="http://schemas.microsoft.com/office/drawing/2014/main" id="{25CDD880-8CBC-5491-A332-ADFA6EA225D2}"/>
              </a:ext>
            </a:extLst>
          </p:cNvPr>
          <p:cNvSpPr/>
          <p:nvPr/>
        </p:nvSpPr>
        <p:spPr>
          <a:xfrm>
            <a:off x="552600" y="542880"/>
            <a:ext cx="342720" cy="8665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33440" rIns="870823080" bIns="4334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_tradnl" sz="1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Google Shape;863;p54">
            <a:extLst>
              <a:ext uri="{FF2B5EF4-FFF2-40B4-BE49-F238E27FC236}">
                <a16:creationId xmlns:a16="http://schemas.microsoft.com/office/drawing/2014/main" id="{D4820EBC-DF23-4FEC-28E6-7A64C47FE169}"/>
              </a:ext>
            </a:extLst>
          </p:cNvPr>
          <p:cNvCxnSpPr/>
          <p:nvPr/>
        </p:nvCxnSpPr>
        <p:spPr>
          <a:xfrm>
            <a:off x="-68400" y="539280"/>
            <a:ext cx="849960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988C48AC-DF3D-792E-D98C-A1954ACE0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60" y="1292220"/>
            <a:ext cx="4127146" cy="33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8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96AB-3E4B-86CE-55BA-4CA30E9B6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>
            <a:extLst>
              <a:ext uri="{FF2B5EF4-FFF2-40B4-BE49-F238E27FC236}">
                <a16:creationId xmlns:a16="http://schemas.microsoft.com/office/drawing/2014/main" id="{9B55D0CE-DE11-C85D-1705-CA60A12B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760" y="605520"/>
            <a:ext cx="3685680" cy="5464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_tradnl" sz="2800" b="1" noProof="1">
                <a:solidFill>
                  <a:schemeClr val="dk1"/>
                </a:solidFill>
                <a:latin typeface="Josefin Sans"/>
              </a:rPr>
              <a:t>Resultados</a:t>
            </a:r>
            <a:endParaRPr lang="es-ES_tradnl" sz="2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2">
            <a:extLst>
              <a:ext uri="{FF2B5EF4-FFF2-40B4-BE49-F238E27FC236}">
                <a16:creationId xmlns:a16="http://schemas.microsoft.com/office/drawing/2014/main" id="{F9868CD8-51EB-7FF4-F16C-E5CDE0F6EFC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59120" y="1594195"/>
            <a:ext cx="5847152" cy="256316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-ES_tradnl" sz="1200" b="1" u="none" strike="noStrike" noProof="1">
                <a:solidFill>
                  <a:srgbClr val="000000"/>
                </a:solidFill>
                <a:effectLst/>
                <a:uFillTx/>
                <a:latin typeface="OpenSymbol"/>
              </a:rPr>
              <a:t>Resultados principales</a:t>
            </a: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-ES_tradnl" sz="12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rPr>
              <a:t>Los gráficos mostraron que no existe una relación clara entre el consumo de cafeína y el nivel de energía.</a:t>
            </a: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-ES_tradnl" sz="12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rPr>
              <a:t>La correlación entre estas variables fue muy baja, lo que indica que no están fuertemente relacionadas.</a:t>
            </a: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-ES_tradnl" sz="12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rPr>
              <a:t>Además, el promedio del nivel de energía se mantuvo cercano a 5, y el test de hipótesis arrojó un valor p alto, lo que indica que no hay diferencias significativas.</a:t>
            </a: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endParaRPr lang="es-ES_tradnl" sz="1200" b="0" u="none" strike="noStrike" noProof="1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93" name="Google Shape;856;p54">
            <a:extLst>
              <a:ext uri="{FF2B5EF4-FFF2-40B4-BE49-F238E27FC236}">
                <a16:creationId xmlns:a16="http://schemas.microsoft.com/office/drawing/2014/main" id="{B28A936A-1FEF-D662-B6DE-61859F8D0666}"/>
              </a:ext>
            </a:extLst>
          </p:cNvPr>
          <p:cNvGrpSpPr/>
          <p:nvPr/>
        </p:nvGrpSpPr>
        <p:grpSpPr>
          <a:xfrm>
            <a:off x="246960" y="4081680"/>
            <a:ext cx="813600" cy="817920"/>
            <a:chOff x="246960" y="4081680"/>
            <a:chExt cx="813600" cy="817920"/>
          </a:xfrm>
        </p:grpSpPr>
        <p:sp>
          <p:nvSpPr>
            <p:cNvPr id="394" name="Google Shape;857;p54">
              <a:extLst>
                <a:ext uri="{FF2B5EF4-FFF2-40B4-BE49-F238E27FC236}">
                  <a16:creationId xmlns:a16="http://schemas.microsoft.com/office/drawing/2014/main" id="{D0DCE520-9439-BF9E-C7F2-BEF7DCF5F480}"/>
                </a:ext>
              </a:extLst>
            </p:cNvPr>
            <p:cNvSpPr/>
            <p:nvPr/>
          </p:nvSpPr>
          <p:spPr>
            <a:xfrm flipH="1">
              <a:off x="300960" y="413856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858;p54">
              <a:extLst>
                <a:ext uri="{FF2B5EF4-FFF2-40B4-BE49-F238E27FC236}">
                  <a16:creationId xmlns:a16="http://schemas.microsoft.com/office/drawing/2014/main" id="{2E60C0E1-FC9E-8A15-862F-E87B068F1346}"/>
                </a:ext>
              </a:extLst>
            </p:cNvPr>
            <p:cNvSpPr/>
            <p:nvPr/>
          </p:nvSpPr>
          <p:spPr>
            <a:xfrm rot="5400000" flipH="1">
              <a:off x="244440" y="408384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6" name="Google Shape;859;p54">
            <a:extLst>
              <a:ext uri="{FF2B5EF4-FFF2-40B4-BE49-F238E27FC236}">
                <a16:creationId xmlns:a16="http://schemas.microsoft.com/office/drawing/2014/main" id="{B1A35AC8-8BAD-4EF5-602C-0AA77EFC504D}"/>
              </a:ext>
            </a:extLst>
          </p:cNvPr>
          <p:cNvGrpSpPr/>
          <p:nvPr/>
        </p:nvGrpSpPr>
        <p:grpSpPr>
          <a:xfrm>
            <a:off x="6142320" y="543960"/>
            <a:ext cx="2278440" cy="330120"/>
            <a:chOff x="6142320" y="543960"/>
            <a:chExt cx="2278440" cy="330120"/>
          </a:xfrm>
        </p:grpSpPr>
        <p:sp>
          <p:nvSpPr>
            <p:cNvPr id="397" name="Google Shape;860;p54">
              <a:extLst>
                <a:ext uri="{FF2B5EF4-FFF2-40B4-BE49-F238E27FC236}">
                  <a16:creationId xmlns:a16="http://schemas.microsoft.com/office/drawing/2014/main" id="{72623F24-FC59-D31B-A6A6-BF982588DE91}"/>
                </a:ext>
              </a:extLst>
            </p:cNvPr>
            <p:cNvSpPr/>
            <p:nvPr/>
          </p:nvSpPr>
          <p:spPr>
            <a:xfrm flipH="1">
              <a:off x="6141960" y="5439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861;p54">
              <a:extLst>
                <a:ext uri="{FF2B5EF4-FFF2-40B4-BE49-F238E27FC236}">
                  <a16:creationId xmlns:a16="http://schemas.microsoft.com/office/drawing/2014/main" id="{9ADDF733-4810-AC4E-D6C0-1CA822D735A6}"/>
                </a:ext>
              </a:extLst>
            </p:cNvPr>
            <p:cNvSpPr/>
            <p:nvPr/>
          </p:nvSpPr>
          <p:spPr>
            <a:xfrm flipH="1">
              <a:off x="6194520" y="60552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9" name="Google Shape;862;p54">
            <a:extLst>
              <a:ext uri="{FF2B5EF4-FFF2-40B4-BE49-F238E27FC236}">
                <a16:creationId xmlns:a16="http://schemas.microsoft.com/office/drawing/2014/main" id="{837EB481-07FF-16B5-7CF4-1F3EA47044F4}"/>
              </a:ext>
            </a:extLst>
          </p:cNvPr>
          <p:cNvSpPr/>
          <p:nvPr/>
        </p:nvSpPr>
        <p:spPr>
          <a:xfrm>
            <a:off x="552600" y="542880"/>
            <a:ext cx="342720" cy="8665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33440" rIns="870823080" bIns="4334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_tradnl" sz="1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Google Shape;863;p54">
            <a:extLst>
              <a:ext uri="{FF2B5EF4-FFF2-40B4-BE49-F238E27FC236}">
                <a16:creationId xmlns:a16="http://schemas.microsoft.com/office/drawing/2014/main" id="{BBB8AED6-D50A-AA67-4133-30C8B76C84AE}"/>
              </a:ext>
            </a:extLst>
          </p:cNvPr>
          <p:cNvCxnSpPr/>
          <p:nvPr/>
        </p:nvCxnSpPr>
        <p:spPr>
          <a:xfrm>
            <a:off x="-68400" y="539280"/>
            <a:ext cx="849960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3415738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13C2F-3AD4-8A20-F901-B4E90ED7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>
            <a:extLst>
              <a:ext uri="{FF2B5EF4-FFF2-40B4-BE49-F238E27FC236}">
                <a16:creationId xmlns:a16="http://schemas.microsoft.com/office/drawing/2014/main" id="{CFC50539-D73F-31B2-2961-A3BD21834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760" y="605520"/>
            <a:ext cx="3685680" cy="5464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_tradnl" sz="2800" b="1" noProof="1">
                <a:solidFill>
                  <a:schemeClr val="dk1"/>
                </a:solidFill>
                <a:latin typeface="Josefin Sans"/>
              </a:rPr>
              <a:t>Conclusión </a:t>
            </a:r>
            <a:endParaRPr lang="es-ES_tradnl" sz="2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2">
            <a:extLst>
              <a:ext uri="{FF2B5EF4-FFF2-40B4-BE49-F238E27FC236}">
                <a16:creationId xmlns:a16="http://schemas.microsoft.com/office/drawing/2014/main" id="{8CF2D4D3-7900-8DF7-6E79-11B8A10060F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59120" y="1594195"/>
            <a:ext cx="5847152" cy="256316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s-ES_tradnl" sz="1200" noProof="1">
                <a:solidFill>
                  <a:srgbClr val="000000"/>
                </a:solidFill>
                <a:latin typeface="OpenSymbol"/>
              </a:rPr>
              <a:t>De acuerdo con el análisis mostrado no podemos decir que el consumo de cafeína sea directa o proporcional al nivel de energía.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_tradnl" sz="1200" noProof="1">
              <a:solidFill>
                <a:srgbClr val="000000"/>
              </a:solidFill>
              <a:latin typeface="OpenSymbo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s-ES_tradnl" sz="1200" noProof="1">
                <a:solidFill>
                  <a:srgbClr val="000000"/>
                </a:solidFill>
                <a:latin typeface="OpenSymbol"/>
              </a:rPr>
              <a:t>Los resultados parecen ser los mismos con los gráficos y desde la parte de la estadística, lo que hace que se tenga más confianza en la conclusión.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_tradnl" sz="1200" noProof="1">
              <a:solidFill>
                <a:srgbClr val="000000"/>
              </a:solidFill>
              <a:latin typeface="OpenSymbo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s-ES_tradnl" sz="1200" noProof="1">
                <a:solidFill>
                  <a:srgbClr val="000000"/>
                </a:solidFill>
                <a:latin typeface="OpenSymbol"/>
              </a:rPr>
              <a:t>Esto hace sugerir que, al menos en este dataset, la cafeína no es un factor determinante del nivel de energía diaria.</a:t>
            </a:r>
            <a:endParaRPr lang="es-ES_tradnl" sz="1200" u="none" strike="noStrike" noProof="1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93" name="Google Shape;856;p54">
            <a:extLst>
              <a:ext uri="{FF2B5EF4-FFF2-40B4-BE49-F238E27FC236}">
                <a16:creationId xmlns:a16="http://schemas.microsoft.com/office/drawing/2014/main" id="{1A5D5286-12AE-9670-7FF7-128C289583CB}"/>
              </a:ext>
            </a:extLst>
          </p:cNvPr>
          <p:cNvGrpSpPr/>
          <p:nvPr/>
        </p:nvGrpSpPr>
        <p:grpSpPr>
          <a:xfrm>
            <a:off x="246960" y="4081680"/>
            <a:ext cx="813600" cy="817920"/>
            <a:chOff x="246960" y="4081680"/>
            <a:chExt cx="813600" cy="817920"/>
          </a:xfrm>
        </p:grpSpPr>
        <p:sp>
          <p:nvSpPr>
            <p:cNvPr id="394" name="Google Shape;857;p54">
              <a:extLst>
                <a:ext uri="{FF2B5EF4-FFF2-40B4-BE49-F238E27FC236}">
                  <a16:creationId xmlns:a16="http://schemas.microsoft.com/office/drawing/2014/main" id="{9FC36EC2-D935-3A9E-82A6-4A969F03F474}"/>
                </a:ext>
              </a:extLst>
            </p:cNvPr>
            <p:cNvSpPr/>
            <p:nvPr/>
          </p:nvSpPr>
          <p:spPr>
            <a:xfrm flipH="1">
              <a:off x="300960" y="413856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858;p54">
              <a:extLst>
                <a:ext uri="{FF2B5EF4-FFF2-40B4-BE49-F238E27FC236}">
                  <a16:creationId xmlns:a16="http://schemas.microsoft.com/office/drawing/2014/main" id="{B4AAE40B-C1F0-5C10-5B84-7FA71471AC0A}"/>
                </a:ext>
              </a:extLst>
            </p:cNvPr>
            <p:cNvSpPr/>
            <p:nvPr/>
          </p:nvSpPr>
          <p:spPr>
            <a:xfrm rot="5400000" flipH="1">
              <a:off x="244440" y="408384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6" name="Google Shape;859;p54">
            <a:extLst>
              <a:ext uri="{FF2B5EF4-FFF2-40B4-BE49-F238E27FC236}">
                <a16:creationId xmlns:a16="http://schemas.microsoft.com/office/drawing/2014/main" id="{2DD76F50-48BD-8382-CF3E-B56697342C2E}"/>
              </a:ext>
            </a:extLst>
          </p:cNvPr>
          <p:cNvGrpSpPr/>
          <p:nvPr/>
        </p:nvGrpSpPr>
        <p:grpSpPr>
          <a:xfrm>
            <a:off x="6142320" y="543960"/>
            <a:ext cx="2278440" cy="330120"/>
            <a:chOff x="6142320" y="543960"/>
            <a:chExt cx="2278440" cy="330120"/>
          </a:xfrm>
        </p:grpSpPr>
        <p:sp>
          <p:nvSpPr>
            <p:cNvPr id="397" name="Google Shape;860;p54">
              <a:extLst>
                <a:ext uri="{FF2B5EF4-FFF2-40B4-BE49-F238E27FC236}">
                  <a16:creationId xmlns:a16="http://schemas.microsoft.com/office/drawing/2014/main" id="{60162E29-1A12-1ADF-D1D9-AAC8C5E3C2DC}"/>
                </a:ext>
              </a:extLst>
            </p:cNvPr>
            <p:cNvSpPr/>
            <p:nvPr/>
          </p:nvSpPr>
          <p:spPr>
            <a:xfrm flipH="1">
              <a:off x="6141960" y="5439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861;p54">
              <a:extLst>
                <a:ext uri="{FF2B5EF4-FFF2-40B4-BE49-F238E27FC236}">
                  <a16:creationId xmlns:a16="http://schemas.microsoft.com/office/drawing/2014/main" id="{4C0BCB43-E211-E022-22F4-BFE95BCA9626}"/>
                </a:ext>
              </a:extLst>
            </p:cNvPr>
            <p:cNvSpPr/>
            <p:nvPr/>
          </p:nvSpPr>
          <p:spPr>
            <a:xfrm flipH="1">
              <a:off x="6194520" y="60552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9" name="Google Shape;862;p54">
            <a:extLst>
              <a:ext uri="{FF2B5EF4-FFF2-40B4-BE49-F238E27FC236}">
                <a16:creationId xmlns:a16="http://schemas.microsoft.com/office/drawing/2014/main" id="{431D0302-E4C2-4DAE-3F4C-2E03C96EF3D4}"/>
              </a:ext>
            </a:extLst>
          </p:cNvPr>
          <p:cNvSpPr/>
          <p:nvPr/>
        </p:nvSpPr>
        <p:spPr>
          <a:xfrm>
            <a:off x="552600" y="542880"/>
            <a:ext cx="342720" cy="8665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33440" rIns="870823080" bIns="4334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_tradnl" sz="1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Google Shape;863;p54">
            <a:extLst>
              <a:ext uri="{FF2B5EF4-FFF2-40B4-BE49-F238E27FC236}">
                <a16:creationId xmlns:a16="http://schemas.microsoft.com/office/drawing/2014/main" id="{654B68CA-C069-67ED-B58F-B827B03D822E}"/>
              </a:ext>
            </a:extLst>
          </p:cNvPr>
          <p:cNvCxnSpPr/>
          <p:nvPr/>
        </p:nvCxnSpPr>
        <p:spPr>
          <a:xfrm>
            <a:off x="-68400" y="539280"/>
            <a:ext cx="849960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1773474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BA4F2-F504-2FBB-E7F4-975E1B9D5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>
            <a:extLst>
              <a:ext uri="{FF2B5EF4-FFF2-40B4-BE49-F238E27FC236}">
                <a16:creationId xmlns:a16="http://schemas.microsoft.com/office/drawing/2014/main" id="{133C4E1F-4887-744E-6BC2-EB069736E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760" y="605520"/>
            <a:ext cx="3685680" cy="5464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_tradnl" sz="2800" b="1" noProof="1">
                <a:solidFill>
                  <a:schemeClr val="dk1"/>
                </a:solidFill>
                <a:latin typeface="Josefin Sans"/>
              </a:rPr>
              <a:t>Reflexión final</a:t>
            </a:r>
            <a:endParaRPr lang="es-ES_tradnl" sz="2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2">
            <a:extLst>
              <a:ext uri="{FF2B5EF4-FFF2-40B4-BE49-F238E27FC236}">
                <a16:creationId xmlns:a16="http://schemas.microsoft.com/office/drawing/2014/main" id="{534AACC8-6110-ED6F-FD41-90DE28206AB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59120" y="1594195"/>
            <a:ext cx="5847152" cy="256316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s-CL" sz="1200" dirty="0">
                <a:solidFill>
                  <a:srgbClr val="000000"/>
                </a:solidFill>
                <a:latin typeface="OpenSymbol"/>
              </a:rPr>
              <a:t>Este proyecto permitió aplicar de forma práctica los conceptos vistos en clase, como el análisis exploratorio, la visualización de datos y la inferencia estadística.</a:t>
            </a:r>
          </a:p>
          <a:p>
            <a:endParaRPr lang="es-CL" sz="1200" dirty="0">
              <a:solidFill>
                <a:srgbClr val="000000"/>
              </a:solidFill>
              <a:latin typeface="OpenSymbol"/>
            </a:endParaRPr>
          </a:p>
          <a:p>
            <a:r>
              <a:rPr lang="es-CL" sz="1200" dirty="0">
                <a:solidFill>
                  <a:srgbClr val="000000"/>
                </a:solidFill>
                <a:latin typeface="OpenSymbol"/>
              </a:rPr>
              <a:t>También mostró la importancia de no asumir relaciones entre variables sin analizarlas previamente.</a:t>
            </a:r>
          </a:p>
          <a:p>
            <a:endParaRPr lang="es-CL" sz="1200" dirty="0">
              <a:solidFill>
                <a:srgbClr val="000000"/>
              </a:solidFill>
              <a:latin typeface="OpenSymbol"/>
            </a:endParaRPr>
          </a:p>
          <a:p>
            <a:r>
              <a:rPr lang="es-CL" sz="1200" dirty="0">
                <a:solidFill>
                  <a:srgbClr val="000000"/>
                </a:solidFill>
                <a:latin typeface="OpenSymbol"/>
              </a:rPr>
              <a:t>Aunque los datos son simulados, el proceso es similar al que se utilizaría en un caso real.</a:t>
            </a:r>
          </a:p>
        </p:txBody>
      </p:sp>
      <p:grpSp>
        <p:nvGrpSpPr>
          <p:cNvPr id="393" name="Google Shape;856;p54">
            <a:extLst>
              <a:ext uri="{FF2B5EF4-FFF2-40B4-BE49-F238E27FC236}">
                <a16:creationId xmlns:a16="http://schemas.microsoft.com/office/drawing/2014/main" id="{52CE3124-B677-32E8-46A8-737BE8AB12FA}"/>
              </a:ext>
            </a:extLst>
          </p:cNvPr>
          <p:cNvGrpSpPr/>
          <p:nvPr/>
        </p:nvGrpSpPr>
        <p:grpSpPr>
          <a:xfrm>
            <a:off x="246960" y="4081680"/>
            <a:ext cx="813600" cy="817920"/>
            <a:chOff x="246960" y="4081680"/>
            <a:chExt cx="813600" cy="817920"/>
          </a:xfrm>
        </p:grpSpPr>
        <p:sp>
          <p:nvSpPr>
            <p:cNvPr id="394" name="Google Shape;857;p54">
              <a:extLst>
                <a:ext uri="{FF2B5EF4-FFF2-40B4-BE49-F238E27FC236}">
                  <a16:creationId xmlns:a16="http://schemas.microsoft.com/office/drawing/2014/main" id="{46CC5CF3-E002-D1DE-F6AA-44C8DD1A0BAA}"/>
                </a:ext>
              </a:extLst>
            </p:cNvPr>
            <p:cNvSpPr/>
            <p:nvPr/>
          </p:nvSpPr>
          <p:spPr>
            <a:xfrm flipH="1">
              <a:off x="300960" y="413856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858;p54">
              <a:extLst>
                <a:ext uri="{FF2B5EF4-FFF2-40B4-BE49-F238E27FC236}">
                  <a16:creationId xmlns:a16="http://schemas.microsoft.com/office/drawing/2014/main" id="{F4CEFBC0-E7D3-09A2-2CE5-CD05B352F6B0}"/>
                </a:ext>
              </a:extLst>
            </p:cNvPr>
            <p:cNvSpPr/>
            <p:nvPr/>
          </p:nvSpPr>
          <p:spPr>
            <a:xfrm rot="5400000" flipH="1">
              <a:off x="244440" y="408384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6" name="Google Shape;859;p54">
            <a:extLst>
              <a:ext uri="{FF2B5EF4-FFF2-40B4-BE49-F238E27FC236}">
                <a16:creationId xmlns:a16="http://schemas.microsoft.com/office/drawing/2014/main" id="{76C78A05-9BAC-FE69-FC69-63677D824856}"/>
              </a:ext>
            </a:extLst>
          </p:cNvPr>
          <p:cNvGrpSpPr/>
          <p:nvPr/>
        </p:nvGrpSpPr>
        <p:grpSpPr>
          <a:xfrm>
            <a:off x="6142320" y="543960"/>
            <a:ext cx="2278440" cy="330120"/>
            <a:chOff x="6142320" y="543960"/>
            <a:chExt cx="2278440" cy="330120"/>
          </a:xfrm>
        </p:grpSpPr>
        <p:sp>
          <p:nvSpPr>
            <p:cNvPr id="397" name="Google Shape;860;p54">
              <a:extLst>
                <a:ext uri="{FF2B5EF4-FFF2-40B4-BE49-F238E27FC236}">
                  <a16:creationId xmlns:a16="http://schemas.microsoft.com/office/drawing/2014/main" id="{4192EBB0-FD7F-FA04-A15F-37C57D1B975B}"/>
                </a:ext>
              </a:extLst>
            </p:cNvPr>
            <p:cNvSpPr/>
            <p:nvPr/>
          </p:nvSpPr>
          <p:spPr>
            <a:xfrm flipH="1">
              <a:off x="6141960" y="5439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861;p54">
              <a:extLst>
                <a:ext uri="{FF2B5EF4-FFF2-40B4-BE49-F238E27FC236}">
                  <a16:creationId xmlns:a16="http://schemas.microsoft.com/office/drawing/2014/main" id="{E122C94B-7839-539E-05BA-D8953C2D0B73}"/>
                </a:ext>
              </a:extLst>
            </p:cNvPr>
            <p:cNvSpPr/>
            <p:nvPr/>
          </p:nvSpPr>
          <p:spPr>
            <a:xfrm flipH="1">
              <a:off x="6194520" y="60552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_tradnl" sz="1800" b="0" u="none" strike="noStrike" noProof="1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9" name="Google Shape;862;p54">
            <a:extLst>
              <a:ext uri="{FF2B5EF4-FFF2-40B4-BE49-F238E27FC236}">
                <a16:creationId xmlns:a16="http://schemas.microsoft.com/office/drawing/2014/main" id="{7C5E396D-B8C1-F419-5F83-9E7DE3AC9B0F}"/>
              </a:ext>
            </a:extLst>
          </p:cNvPr>
          <p:cNvSpPr/>
          <p:nvPr/>
        </p:nvSpPr>
        <p:spPr>
          <a:xfrm>
            <a:off x="552600" y="542880"/>
            <a:ext cx="342720" cy="8665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33440" rIns="870823080" bIns="4334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_tradnl" sz="1800" b="0" u="none" strike="noStrike" noProof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Google Shape;863;p54">
            <a:extLst>
              <a:ext uri="{FF2B5EF4-FFF2-40B4-BE49-F238E27FC236}">
                <a16:creationId xmlns:a16="http://schemas.microsoft.com/office/drawing/2014/main" id="{49B78EF4-8C8A-562C-9BCE-BED59EB123F6}"/>
              </a:ext>
            </a:extLst>
          </p:cNvPr>
          <p:cNvCxnSpPr/>
          <p:nvPr/>
        </p:nvCxnSpPr>
        <p:spPr>
          <a:xfrm>
            <a:off x="-68400" y="539280"/>
            <a:ext cx="849960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3875420739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al Marketing Strategy by Slidesgo">
  <a:themeElements>
    <a:clrScheme name="Simple Light">
      <a:dk1>
        <a:srgbClr val="000000"/>
      </a:dk1>
      <a:lt1>
        <a:srgbClr val="F7F7F6"/>
      </a:lt1>
      <a:dk2>
        <a:srgbClr val="BFED4E"/>
      </a:dk2>
      <a:lt2>
        <a:srgbClr val="977DF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ernal Marketing Strategy by Slidesgo">
  <a:themeElements>
    <a:clrScheme name="Simple Light">
      <a:dk1>
        <a:srgbClr val="000000"/>
      </a:dk1>
      <a:lt1>
        <a:srgbClr val="F7F7F6"/>
      </a:lt1>
      <a:dk2>
        <a:srgbClr val="BFED4E"/>
      </a:dk2>
      <a:lt2>
        <a:srgbClr val="977DF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2726</TotalTime>
  <Words>502</Words>
  <Application>Microsoft Macintosh PowerPoint</Application>
  <PresentationFormat>Presentación en pantalla (16:9)</PresentationFormat>
  <Paragraphs>63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9</vt:i4>
      </vt:variant>
    </vt:vector>
  </HeadingPairs>
  <TitlesOfParts>
    <vt:vector size="20" baseType="lpstr">
      <vt:lpstr>Aptos</vt:lpstr>
      <vt:lpstr>arial</vt:lpstr>
      <vt:lpstr>arial</vt:lpstr>
      <vt:lpstr>Josefin Sans</vt:lpstr>
      <vt:lpstr>OpenSymbol</vt:lpstr>
      <vt:lpstr>Proxima Nova</vt:lpstr>
      <vt:lpstr>Symbol</vt:lpstr>
      <vt:lpstr>Wingdings</vt:lpstr>
      <vt:lpstr>Internal Marketing Strategy by Slidesgo</vt:lpstr>
      <vt:lpstr>Internal Marketing Strategy by Slidesgo</vt:lpstr>
      <vt:lpstr>Slidesgo Final Pages</vt:lpstr>
      <vt:lpstr>Análisis de relación entre el consumo de cafeína y nivel de energía de estudiantes</vt:lpstr>
      <vt:lpstr>Objetivo del análisis</vt:lpstr>
      <vt:lpstr>Datos utilizados</vt:lpstr>
      <vt:lpstr>Análisis realizado</vt:lpstr>
      <vt:lpstr>Resultados</vt:lpstr>
      <vt:lpstr>Resultados</vt:lpstr>
      <vt:lpstr>Resultados</vt:lpstr>
      <vt:lpstr>Conclusión </vt:lpstr>
      <vt:lpstr>Reflexión final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Paula Ayala Núñez</cp:lastModifiedBy>
  <cp:revision>4</cp:revision>
  <dcterms:modified xsi:type="dcterms:W3CDTF">2026-03-25T13:02:26Z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2026-02-25T00:48:13Z</dcterms:created>
  <dc:creator>Unknown Creator</dc:creator>
  <dc:description/>
  <dc:language>en-US</dc:language>
  <cp:lastModifiedBy>Unknown Creator</cp:lastModifiedBy>
  <dcterms:modified xsi:type="dcterms:W3CDTF">2026-02-25T00:48:13Z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